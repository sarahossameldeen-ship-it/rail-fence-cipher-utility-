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59" r:id="rId3"/>
    <p:sldId id="296" r:id="rId4"/>
    <p:sldId id="299" r:id="rId5"/>
    <p:sldId id="298" r:id="rId6"/>
    <p:sldId id="297" r:id="rId7"/>
    <p:sldId id="300" r:id="rId8"/>
    <p:sldId id="301" r:id="rId9"/>
    <p:sldId id="302" r:id="rId10"/>
    <p:sldId id="276" r:id="rId11"/>
    <p:sldId id="260" r:id="rId12"/>
  </p:sldIdLst>
  <p:sldSz cx="9144000" cy="5143500" type="screen16x9"/>
  <p:notesSz cx="6858000" cy="9144000"/>
  <p:embeddedFontLst>
    <p:embeddedFont>
      <p:font typeface="Nunito Light" pitchFamily="2" charset="0"/>
      <p:regular r:id="rId14"/>
    </p:embeddedFont>
    <p:embeddedFont>
      <p:font typeface="Quantico" panose="020B0604020202020204" charset="0"/>
      <p:regular r:id="rId15"/>
      <p:bold r:id="rId16"/>
      <p:italic r:id="rId17"/>
      <p:boldItalic r:id="rId18"/>
    </p:embeddedFont>
    <p:embeddedFont>
      <p:font typeface="Source Code Pro" panose="020B0509030403020204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13836A-5FFF-4E02-A9F1-A1FD472D850B}">
  <a:tblStyle styleId="{BC13836A-5FFF-4E02-A9F1-A1FD472D85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F739619-0F0A-4AF8-A15B-F72393F2E5F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0f7af2584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0f7af2584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7349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860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0700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6025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f264e083c8_0_1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f264e083c8_0_1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fd1541d378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fd1541d378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89400" y="1309975"/>
            <a:ext cx="4148400" cy="16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169200" y="3772200"/>
            <a:ext cx="3043800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5590076" y="1551675"/>
            <a:ext cx="22251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4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2" name="Google Shape;22;p4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238200"/>
            <a:ext cx="7704000" cy="3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45" name="Google Shape;45;p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3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3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3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3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3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3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300"/>
            </a:lvl9pPr>
          </a:lstStyle>
          <a:p>
            <a:endParaRPr/>
          </a:p>
        </p:txBody>
      </p:sp>
      <p:sp>
        <p:nvSpPr>
          <p:cNvPr id="49" name="Google Shape;49;p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2" name="Google Shape;52;p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4;p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2801700" y="1918054"/>
            <a:ext cx="5622300" cy="24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8" name="Google Shape;58;p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 rot="515">
            <a:off x="2406900" y="1623064"/>
            <a:ext cx="6006600" cy="6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3658200" y="2303046"/>
            <a:ext cx="4755300" cy="1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65" name="Google Shape;65;p1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1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720000" y="2233875"/>
            <a:ext cx="7704000" cy="61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1_1_1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4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96" name="Google Shape;96;p14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" name="Google Shape;98;p1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720000" y="1355450"/>
            <a:ext cx="3453900" cy="16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naheim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2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184" name="Google Shape;184;p22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22"/>
          <p:cNvGrpSpPr/>
          <p:nvPr/>
        </p:nvGrpSpPr>
        <p:grpSpPr>
          <a:xfrm>
            <a:off x="4924175" y="2984325"/>
            <a:ext cx="3447300" cy="1584600"/>
            <a:chOff x="4924175" y="3441525"/>
            <a:chExt cx="3447300" cy="1584600"/>
          </a:xfrm>
        </p:grpSpPr>
        <p:sp>
          <p:nvSpPr>
            <p:cNvPr id="187" name="Google Shape;187;p22"/>
            <p:cNvSpPr/>
            <p:nvPr/>
          </p:nvSpPr>
          <p:spPr>
            <a:xfrm>
              <a:off x="4924175" y="3441525"/>
              <a:ext cx="3447300" cy="158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2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190" name="Google Shape;190;p22"/>
          <p:cNvGrpSpPr/>
          <p:nvPr/>
        </p:nvGrpSpPr>
        <p:grpSpPr>
          <a:xfrm>
            <a:off x="11575" y="0"/>
            <a:ext cx="9132325" cy="414900"/>
            <a:chOff x="11575" y="0"/>
            <a:chExt cx="9132325" cy="414900"/>
          </a:xfrm>
        </p:grpSpPr>
        <p:sp>
          <p:nvSpPr>
            <p:cNvPr id="191" name="Google Shape;191;p22"/>
            <p:cNvSpPr/>
            <p:nvPr/>
          </p:nvSpPr>
          <p:spPr>
            <a:xfrm>
              <a:off x="11575" y="0"/>
              <a:ext cx="3048600" cy="41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3059300" y="0"/>
              <a:ext cx="6084600" cy="41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23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95" name="Google Shape;195;p23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" name="Google Shape;197;p2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60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27"/>
          <p:cNvGrpSpPr/>
          <p:nvPr/>
        </p:nvGrpSpPr>
        <p:grpSpPr>
          <a:xfrm>
            <a:off x="754624" y="744312"/>
            <a:ext cx="6578100" cy="3438300"/>
            <a:chOff x="772525" y="726625"/>
            <a:chExt cx="6578100" cy="3438300"/>
          </a:xfrm>
        </p:grpSpPr>
        <p:sp>
          <p:nvSpPr>
            <p:cNvPr id="209" name="Google Shape;209;p27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211;p27"/>
          <p:cNvGrpSpPr/>
          <p:nvPr/>
        </p:nvGrpSpPr>
        <p:grpSpPr>
          <a:xfrm>
            <a:off x="4676078" y="2954844"/>
            <a:ext cx="3695397" cy="1449081"/>
            <a:chOff x="4924175" y="3441525"/>
            <a:chExt cx="3447300" cy="962400"/>
          </a:xfrm>
        </p:grpSpPr>
        <p:sp>
          <p:nvSpPr>
            <p:cNvPr id="212" name="Google Shape;212;p27"/>
            <p:cNvSpPr/>
            <p:nvPr/>
          </p:nvSpPr>
          <p:spPr>
            <a:xfrm>
              <a:off x="4924175" y="3441525"/>
              <a:ext cx="3447300" cy="962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" name="Google Shape;214;p27"/>
          <p:cNvGrpSpPr/>
          <p:nvPr/>
        </p:nvGrpSpPr>
        <p:grpSpPr>
          <a:xfrm>
            <a:off x="6849418" y="1309976"/>
            <a:ext cx="1864833" cy="1637043"/>
            <a:chOff x="1054812" y="1029590"/>
            <a:chExt cx="3436214" cy="3912627"/>
          </a:xfrm>
        </p:grpSpPr>
        <p:sp>
          <p:nvSpPr>
            <p:cNvPr id="215" name="Google Shape;215;p27"/>
            <p:cNvSpPr/>
            <p:nvPr/>
          </p:nvSpPr>
          <p:spPr>
            <a:xfrm>
              <a:off x="1054812" y="1029617"/>
              <a:ext cx="3436200" cy="3912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1054825" y="1029590"/>
              <a:ext cx="34362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" name="Google Shape;217;p27"/>
          <p:cNvSpPr txBox="1"/>
          <p:nvPr/>
        </p:nvSpPr>
        <p:spPr>
          <a:xfrm>
            <a:off x="1309268" y="1577600"/>
            <a:ext cx="770102" cy="748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lt2"/>
                </a:solidFill>
                <a:latin typeface="Quantico"/>
                <a:sym typeface="Quantico"/>
              </a:rPr>
              <a:t>$</a:t>
            </a:r>
            <a:endParaRPr sz="5400" dirty="0">
              <a:solidFill>
                <a:schemeClr val="lt2"/>
              </a:solidFill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7198457" y="1873600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2"/>
                </a:solidFill>
              </a:rPr>
              <a:t>}</a:t>
            </a:r>
            <a:r>
              <a:rPr lang="en" sz="3600" dirty="0">
                <a:solidFill>
                  <a:schemeClr val="dk1"/>
                </a:solidFill>
              </a:rPr>
              <a:t> /&gt; </a:t>
            </a:r>
            <a:r>
              <a:rPr lang="en" sz="3600" dirty="0">
                <a:solidFill>
                  <a:schemeClr val="accent1"/>
                </a:solidFill>
              </a:rPr>
              <a:t>[</a:t>
            </a:r>
            <a:endParaRPr sz="3600" dirty="0">
              <a:solidFill>
                <a:schemeClr val="accent1"/>
              </a:solidFill>
            </a:endParaRPr>
          </a:p>
        </p:txBody>
      </p:sp>
      <p:sp>
        <p:nvSpPr>
          <p:cNvPr id="220" name="Google Shape;220;p27"/>
          <p:cNvSpPr txBox="1">
            <a:spLocks noGrp="1"/>
          </p:cNvSpPr>
          <p:nvPr>
            <p:ph type="ctrTitle"/>
          </p:nvPr>
        </p:nvSpPr>
        <p:spPr>
          <a:xfrm>
            <a:off x="1768662" y="1558182"/>
            <a:ext cx="4158413" cy="10615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4000" dirty="0"/>
              <a:t>Rail Fence </a:t>
            </a:r>
            <a:r>
              <a:rPr lang="en-US" sz="4000" dirty="0"/>
              <a:t>Cipher Utility </a:t>
            </a:r>
            <a:endParaRPr sz="4000" dirty="0">
              <a:solidFill>
                <a:schemeClr val="accent2"/>
              </a:solidFill>
            </a:endParaRPr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1"/>
          </p:nvPr>
        </p:nvSpPr>
        <p:spPr>
          <a:xfrm>
            <a:off x="4792486" y="3390810"/>
            <a:ext cx="3462580" cy="9615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Sara Hossam    254470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Renad Amr      253592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Reham Ahmed    254142</a:t>
            </a:r>
            <a:endParaRPr dirty="0"/>
          </a:p>
        </p:txBody>
      </p:sp>
      <p:sp>
        <p:nvSpPr>
          <p:cNvPr id="222" name="Google Shape;222;p27"/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Pitch Deck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20xx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4624" y="3851883"/>
            <a:ext cx="4013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Quantico" panose="020B0604020202020204" charset="0"/>
              </a:rPr>
              <a:t>Course instructor: Dr. Nermin Kamal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394009" y="587262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lt2"/>
                </a:solidFill>
              </a:rPr>
              <a:t>$ </a:t>
            </a:r>
            <a:r>
              <a:rPr lang="en-US" u="sng" dirty="0"/>
              <a:t>What is This Project?</a:t>
            </a:r>
            <a:endParaRPr u="sng" dirty="0"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2029" y="1453972"/>
            <a:ext cx="781961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Source Code Pro" panose="020B0604020202020204" charset="0"/>
                <a:ea typeface="Source Code Pro" panose="020B0604020202020204" charset="0"/>
              </a:rPr>
              <a:t>It is a </a:t>
            </a:r>
            <a:r>
              <a:rPr lang="en-US" altLang="en-US" sz="1600" b="1" dirty="0">
                <a:solidFill>
                  <a:schemeClr val="tx1"/>
                </a:solidFill>
                <a:latin typeface="Source Code Pro" panose="020B0604020202020204" charset="0"/>
                <a:ea typeface="Source Code Pro" panose="020B0604020202020204" charset="0"/>
              </a:rPr>
              <a:t>classical encryption method </a:t>
            </a:r>
            <a:r>
              <a:rPr lang="en-US" altLang="en-US" sz="1600" dirty="0">
                <a:solidFill>
                  <a:schemeClr val="tx1"/>
                </a:solidFill>
                <a:latin typeface="Source Code Pro" panose="020B0604020202020204" charset="0"/>
                <a:ea typeface="Source Code Pro" panose="020B0604020202020204" charset="0"/>
              </a:rPr>
              <a:t>that is easy to understand and useful for learning basic encryption concepts.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It is used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hide a message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 by rearranging its letters </a:t>
            </a:r>
            <a:r>
              <a:rPr lang="en-US" altLang="en-US" sz="1600" dirty="0">
                <a:solidFill>
                  <a:schemeClr val="tx1"/>
                </a:solidFill>
                <a:latin typeface="Source Code Pro" panose="020B0604020202020204" charset="0"/>
                <a:ea typeface="Source Code Pro" panose="020B0604020202020204" charset="0"/>
              </a:rPr>
              <a:t>in a </a:t>
            </a:r>
            <a:r>
              <a:rPr lang="en-US" altLang="en-US" sz="1600" b="1" dirty="0">
                <a:solidFill>
                  <a:schemeClr val="tx1"/>
                </a:solidFill>
                <a:latin typeface="Source Code Pro" panose="020B0604020202020204" charset="0"/>
                <a:ea typeface="Source Code Pro" panose="020B0604020202020204" charset="0"/>
              </a:rPr>
              <a:t>zigzag pattern</a:t>
            </a:r>
            <a:r>
              <a:rPr lang="en-US" altLang="en-US" sz="1600" dirty="0">
                <a:solidFill>
                  <a:schemeClr val="tx1"/>
                </a:solidFill>
                <a:latin typeface="Source Code Pro" panose="020B0604020202020204" charset="0"/>
                <a:ea typeface="Source Code Pro" panose="020B0604020202020204" charset="0"/>
              </a:rPr>
              <a:t>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600" b="1" dirty="0">
              <a:solidFill>
                <a:schemeClr val="tx1"/>
              </a:solidFill>
              <a:latin typeface="Source Code Pro" panose="020B0604020202020204" charset="0"/>
              <a:ea typeface="Source Code Pro" panose="020B060402020202020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/>
              <a:t>The encrypted message is formed by reading the letters </a:t>
            </a:r>
            <a:r>
              <a:rPr lang="en-US" sz="1600" b="1" dirty="0"/>
              <a:t>row by row</a:t>
            </a:r>
            <a:r>
              <a:rPr lang="en-US" sz="1600" dirty="0"/>
              <a:t>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600" b="1" dirty="0"/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/>
              <a:t>The number of zigzag rows is determined by a numeric chosen key.</a:t>
            </a:r>
            <a:endParaRPr lang="en-US" sz="1600" b="1" dirty="0"/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b="1" dirty="0">
              <a:solidFill>
                <a:schemeClr val="tx1"/>
              </a:solidFill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188" y="545514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$</a:t>
            </a:r>
            <a:r>
              <a:rPr lang="en-US" dirty="0"/>
              <a:t> </a:t>
            </a:r>
            <a:r>
              <a:rPr lang="en-US" sz="3000" u="sng" dirty="0"/>
              <a:t>What is the purpose of the project?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7945" y="1397620"/>
            <a:ext cx="44955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To understand how encryption 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To apply theory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assembly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To practice writing real programs in MIP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S</a:t>
            </a:r>
          </a:p>
        </p:txBody>
      </p:sp>
      <p:grpSp>
        <p:nvGrpSpPr>
          <p:cNvPr id="5" name="Google Shape;254;p30"/>
          <p:cNvGrpSpPr/>
          <p:nvPr/>
        </p:nvGrpSpPr>
        <p:grpSpPr>
          <a:xfrm>
            <a:off x="4973445" y="1397620"/>
            <a:ext cx="3671466" cy="3008250"/>
            <a:chOff x="1054825" y="1029588"/>
            <a:chExt cx="6665400" cy="7569300"/>
          </a:xfrm>
        </p:grpSpPr>
        <p:sp>
          <p:nvSpPr>
            <p:cNvPr id="6" name="Google Shape;255;p30"/>
            <p:cNvSpPr/>
            <p:nvPr/>
          </p:nvSpPr>
          <p:spPr>
            <a:xfrm>
              <a:off x="1054825" y="1029588"/>
              <a:ext cx="6665400" cy="7569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56;p30"/>
            <p:cNvSpPr/>
            <p:nvPr/>
          </p:nvSpPr>
          <p:spPr>
            <a:xfrm>
              <a:off x="1054825" y="1029588"/>
              <a:ext cx="6665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" name="Google Shape;26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27034" y="2198943"/>
            <a:ext cx="3107651" cy="207125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" name="Google Shape;259;p30"/>
          <p:cNvSpPr txBox="1"/>
          <p:nvPr/>
        </p:nvSpPr>
        <p:spPr>
          <a:xfrm>
            <a:off x="5327034" y="1668020"/>
            <a:ext cx="17748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.main</a:t>
            </a:r>
            <a:endParaRPr sz="2400" dirty="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  <p:extLst>
      <p:ext uri="{BB962C8B-B14F-4D97-AF65-F5344CB8AC3E}">
        <p14:creationId xmlns:p14="http://schemas.microsoft.com/office/powerpoint/2010/main" val="37635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394009" y="468316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lt2"/>
                </a:solidFill>
              </a:rPr>
              <a:t>$ </a:t>
            </a:r>
            <a:r>
              <a:rPr lang="en-US" u="sng" dirty="0"/>
              <a:t>System &amp; Tools</a:t>
            </a:r>
            <a:endParaRPr u="sng" dirty="0"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4009" y="1326551"/>
            <a:ext cx="781961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Architecture:</a:t>
            </a:r>
            <a:r>
              <a:rPr lang="en-US" sz="2000" dirty="0"/>
              <a:t> MIPS</a:t>
            </a:r>
          </a:p>
          <a:p>
            <a:endParaRPr lang="en-US" sz="2000" dirty="0"/>
          </a:p>
          <a:p>
            <a:r>
              <a:rPr lang="en-US" sz="2000" b="1" dirty="0"/>
              <a:t>Language:</a:t>
            </a:r>
            <a:r>
              <a:rPr lang="en-US" sz="2000" dirty="0"/>
              <a:t> MIPS Assembly</a:t>
            </a:r>
          </a:p>
          <a:p>
            <a:endParaRPr lang="en-US" sz="2000" b="1" dirty="0"/>
          </a:p>
          <a:p>
            <a:r>
              <a:rPr lang="en-US" sz="2000" b="1" dirty="0"/>
              <a:t>Simulator:</a:t>
            </a:r>
            <a:r>
              <a:rPr lang="en-US" sz="2000" dirty="0"/>
              <a:t> QTSPIM</a:t>
            </a:r>
          </a:p>
          <a:p>
            <a:endParaRPr lang="en-US" sz="2000" dirty="0"/>
          </a:p>
          <a:p>
            <a:r>
              <a:rPr lang="en-US" sz="2000" b="1" dirty="0"/>
              <a:t>Input:</a:t>
            </a:r>
            <a:r>
              <a:rPr lang="en-US" sz="2000" dirty="0"/>
              <a:t> Keyboard</a:t>
            </a:r>
          </a:p>
          <a:p>
            <a:endParaRPr lang="en-US" sz="2000" dirty="0"/>
          </a:p>
          <a:p>
            <a:r>
              <a:rPr lang="en-US" sz="2000" b="1" dirty="0"/>
              <a:t>Output:</a:t>
            </a:r>
            <a:r>
              <a:rPr lang="en-US" sz="2000" dirty="0"/>
              <a:t> Console screen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b="1" dirty="0">
              <a:solidFill>
                <a:schemeClr val="tx1"/>
              </a:solidFill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527" y="1026016"/>
            <a:ext cx="3033131" cy="32339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88669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188" y="459128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$</a:t>
            </a:r>
            <a:r>
              <a:rPr lang="en-US" dirty="0"/>
              <a:t> </a:t>
            </a:r>
            <a:r>
              <a:rPr lang="en-US" u="sng" dirty="0"/>
              <a:t>How Does the Program works?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184" b="85352" l="16797" r="8847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36" y="68970"/>
            <a:ext cx="7850220" cy="544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304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188" y="436826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$</a:t>
            </a:r>
            <a:r>
              <a:rPr lang="en-US" dirty="0"/>
              <a:t> </a:t>
            </a:r>
            <a:r>
              <a:rPr lang="en-US" sz="4000" u="sng" dirty="0"/>
              <a:t>Example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7238" y="1225579"/>
            <a:ext cx="483330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Message: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HELLO WORLD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Key: </a:t>
            </a:r>
            <a:r>
              <a:rPr lang="en-US" altLang="en-US" sz="2500" b="1" dirty="0">
                <a:solidFill>
                  <a:schemeClr val="tx1"/>
                </a:solidFill>
                <a:latin typeface="Source Code Pro" panose="020B0604020202020204" charset="0"/>
                <a:ea typeface="Source Code Pro" panose="020B0604020202020204" charset="0"/>
              </a:rPr>
              <a:t>3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Encrypted text:                                 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HOREL LWDLO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188" y="1940312"/>
            <a:ext cx="4440869" cy="25393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9101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401443" y="446013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lt2"/>
                </a:solidFill>
              </a:rPr>
              <a:t>$ </a:t>
            </a:r>
            <a:r>
              <a:rPr lang="en-US" u="sng" dirty="0"/>
              <a:t>Program Behavior</a:t>
            </a:r>
            <a:endParaRPr u="sng" dirty="0"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2029" y="2830492"/>
            <a:ext cx="78196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b="1" dirty="0">
              <a:solidFill>
                <a:schemeClr val="tx1"/>
              </a:solidFill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41298" y="1330081"/>
            <a:ext cx="7308411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Program runs in a loop.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User can encrypt multiple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User exits when finished.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Input is validated.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Encrypted message is displayed immediately.</a:t>
            </a:r>
          </a:p>
        </p:txBody>
      </p:sp>
    </p:spTree>
    <p:extLst>
      <p:ext uri="{BB962C8B-B14F-4D97-AF65-F5344CB8AC3E}">
        <p14:creationId xmlns:p14="http://schemas.microsoft.com/office/powerpoint/2010/main" val="3028345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401443" y="446013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lt2"/>
                </a:solidFill>
              </a:rPr>
              <a:t>$ </a:t>
            </a:r>
            <a:r>
              <a:rPr lang="en-US" u="sng" dirty="0"/>
              <a:t>challenges</a:t>
            </a:r>
            <a:endParaRPr u="sng" dirty="0"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2029" y="2830492"/>
            <a:ext cx="78196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b="1" dirty="0">
              <a:solidFill>
                <a:schemeClr val="tx1"/>
              </a:solidFill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01443" y="1214665"/>
            <a:ext cx="835598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Implementing the zigzag (Rail Fence) cipher error-free.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Efficient management of memory and registers.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Robust handling of different user input cases.</a:t>
            </a:r>
          </a:p>
        </p:txBody>
      </p:sp>
      <p:grpSp>
        <p:nvGrpSpPr>
          <p:cNvPr id="7" name="Google Shape;268;p31"/>
          <p:cNvGrpSpPr/>
          <p:nvPr/>
        </p:nvGrpSpPr>
        <p:grpSpPr>
          <a:xfrm>
            <a:off x="6863183" y="3560421"/>
            <a:ext cx="2119746" cy="1382700"/>
            <a:chOff x="4924173" y="3441525"/>
            <a:chExt cx="3447302" cy="1382700"/>
          </a:xfrm>
        </p:grpSpPr>
        <p:sp>
          <p:nvSpPr>
            <p:cNvPr id="8" name="Google Shape;269;p31"/>
            <p:cNvSpPr/>
            <p:nvPr/>
          </p:nvSpPr>
          <p:spPr>
            <a:xfrm>
              <a:off x="4924173" y="36968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70;p31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233424" y="4022391"/>
            <a:ext cx="110025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dirty="0">
                <a:solidFill>
                  <a:srgbClr val="FFC000"/>
                </a:solidFill>
                <a:latin typeface="Quantico" panose="020B0604020202020204" charset="0"/>
              </a:rPr>
              <a:t>$t0</a:t>
            </a:r>
          </a:p>
        </p:txBody>
      </p:sp>
    </p:spTree>
    <p:extLst>
      <p:ext uri="{BB962C8B-B14F-4D97-AF65-F5344CB8AC3E}">
        <p14:creationId xmlns:p14="http://schemas.microsoft.com/office/powerpoint/2010/main" val="2498752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>
            <a:spLocks noGrp="1"/>
          </p:cNvSpPr>
          <p:nvPr>
            <p:ph type="title"/>
          </p:nvPr>
        </p:nvSpPr>
        <p:spPr>
          <a:xfrm>
            <a:off x="401443" y="446013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>
                <a:solidFill>
                  <a:schemeClr val="lt2"/>
                </a:solidFill>
              </a:rPr>
              <a:t>$ </a:t>
            </a:r>
            <a:r>
              <a:rPr lang="en-US" u="sng" dirty="0"/>
              <a:t>limitation of rail fence</a:t>
            </a:r>
            <a:endParaRPr u="sng" dirty="0"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2029" y="2830492"/>
            <a:ext cx="78196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b="1" dirty="0">
              <a:solidFill>
                <a:schemeClr val="tx1"/>
              </a:solidFill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41298" y="2622742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31736" y="1319263"/>
            <a:ext cx="574659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Rail Fence cipher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not secure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Easy to break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Not suitable for real encryption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Code Pro" panose="020B0604020202020204" charset="0"/>
              <a:ea typeface="Source Code Pr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604020202020204" charset="0"/>
                <a:ea typeface="Source Code Pro" panose="020B0604020202020204" charset="0"/>
              </a:rPr>
              <a:t>Depends only on rearranging letters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039" y="1730360"/>
            <a:ext cx="2413591" cy="27386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39122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7"/>
          <p:cNvSpPr txBox="1">
            <a:spLocks noGrp="1"/>
          </p:cNvSpPr>
          <p:nvPr>
            <p:ph type="title"/>
          </p:nvPr>
        </p:nvSpPr>
        <p:spPr>
          <a:xfrm>
            <a:off x="425457" y="45035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>
                <a:solidFill>
                  <a:srgbClr val="FFC000"/>
                </a:solidFill>
              </a:rPr>
              <a:t>$ </a:t>
            </a:r>
            <a:r>
              <a:rPr lang="en-US" u="sng" dirty="0">
                <a:solidFill>
                  <a:schemeClr val="tx1"/>
                </a:solidFill>
              </a:rPr>
              <a:t>Learning Outcomes</a:t>
            </a:r>
            <a:endParaRPr dirty="0"/>
          </a:p>
        </p:txBody>
      </p:sp>
      <p:sp>
        <p:nvSpPr>
          <p:cNvPr id="568" name="Google Shape;568;p47"/>
          <p:cNvSpPr txBox="1">
            <a:spLocks noGrp="1"/>
          </p:cNvSpPr>
          <p:nvPr>
            <p:ph type="body" idx="1"/>
          </p:nvPr>
        </p:nvSpPr>
        <p:spPr>
          <a:xfrm>
            <a:off x="720000" y="1355450"/>
            <a:ext cx="3453900" cy="16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69" name="Google Shape;569;p47"/>
          <p:cNvGrpSpPr/>
          <p:nvPr/>
        </p:nvGrpSpPr>
        <p:grpSpPr>
          <a:xfrm>
            <a:off x="6138332" y="1076753"/>
            <a:ext cx="2466622" cy="252898"/>
            <a:chOff x="3839575" y="1982700"/>
            <a:chExt cx="1586150" cy="162625"/>
          </a:xfrm>
        </p:grpSpPr>
        <p:sp>
          <p:nvSpPr>
            <p:cNvPr id="570" name="Google Shape;570;p47"/>
            <p:cNvSpPr/>
            <p:nvPr/>
          </p:nvSpPr>
          <p:spPr>
            <a:xfrm>
              <a:off x="3839575" y="1982700"/>
              <a:ext cx="1586150" cy="162625"/>
            </a:xfrm>
            <a:custGeom>
              <a:avLst/>
              <a:gdLst/>
              <a:ahLst/>
              <a:cxnLst/>
              <a:rect l="l" t="t" r="r" b="b"/>
              <a:pathLst>
                <a:path w="63446" h="6505" extrusionOk="0">
                  <a:moveTo>
                    <a:pt x="1" y="0"/>
                  </a:moveTo>
                  <a:lnTo>
                    <a:pt x="1" y="6505"/>
                  </a:lnTo>
                  <a:lnTo>
                    <a:pt x="63446" y="6505"/>
                  </a:lnTo>
                  <a:lnTo>
                    <a:pt x="6344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7"/>
            <p:cNvSpPr/>
            <p:nvPr/>
          </p:nvSpPr>
          <p:spPr>
            <a:xfrm>
              <a:off x="3917125" y="2025225"/>
              <a:ext cx="79250" cy="79250"/>
            </a:xfrm>
            <a:custGeom>
              <a:avLst/>
              <a:gdLst/>
              <a:ahLst/>
              <a:cxnLst/>
              <a:rect l="l" t="t" r="r" b="b"/>
              <a:pathLst>
                <a:path w="3170" h="3170" extrusionOk="0">
                  <a:moveTo>
                    <a:pt x="701" y="1"/>
                  </a:moveTo>
                  <a:cubicBezTo>
                    <a:pt x="301" y="1"/>
                    <a:pt x="1" y="334"/>
                    <a:pt x="1" y="701"/>
                  </a:cubicBezTo>
                  <a:lnTo>
                    <a:pt x="1" y="2436"/>
                  </a:lnTo>
                  <a:cubicBezTo>
                    <a:pt x="1" y="2869"/>
                    <a:pt x="334" y="3169"/>
                    <a:pt x="701" y="3169"/>
                  </a:cubicBezTo>
                  <a:lnTo>
                    <a:pt x="2469" y="3169"/>
                  </a:lnTo>
                  <a:cubicBezTo>
                    <a:pt x="2870" y="3169"/>
                    <a:pt x="3170" y="2836"/>
                    <a:pt x="3170" y="2436"/>
                  </a:cubicBezTo>
                  <a:lnTo>
                    <a:pt x="3170" y="701"/>
                  </a:lnTo>
                  <a:cubicBezTo>
                    <a:pt x="3170" y="267"/>
                    <a:pt x="2836" y="1"/>
                    <a:pt x="24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7"/>
            <p:cNvSpPr/>
            <p:nvPr/>
          </p:nvSpPr>
          <p:spPr>
            <a:xfrm>
              <a:off x="4022200" y="2050250"/>
              <a:ext cx="285250" cy="5850"/>
            </a:xfrm>
            <a:custGeom>
              <a:avLst/>
              <a:gdLst/>
              <a:ahLst/>
              <a:cxnLst/>
              <a:rect l="l" t="t" r="r" b="b"/>
              <a:pathLst>
                <a:path w="11410" h="234" extrusionOk="0">
                  <a:moveTo>
                    <a:pt x="134" y="0"/>
                  </a:moveTo>
                  <a:cubicBezTo>
                    <a:pt x="68" y="0"/>
                    <a:pt x="1" y="34"/>
                    <a:pt x="1" y="100"/>
                  </a:cubicBezTo>
                  <a:cubicBezTo>
                    <a:pt x="1" y="200"/>
                    <a:pt x="68" y="234"/>
                    <a:pt x="134" y="234"/>
                  </a:cubicBezTo>
                  <a:lnTo>
                    <a:pt x="11276" y="234"/>
                  </a:lnTo>
                  <a:cubicBezTo>
                    <a:pt x="11342" y="234"/>
                    <a:pt x="11409" y="200"/>
                    <a:pt x="11409" y="100"/>
                  </a:cubicBezTo>
                  <a:cubicBezTo>
                    <a:pt x="11409" y="34"/>
                    <a:pt x="11309" y="0"/>
                    <a:pt x="1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7"/>
            <p:cNvSpPr/>
            <p:nvPr/>
          </p:nvSpPr>
          <p:spPr>
            <a:xfrm>
              <a:off x="4022200" y="2071925"/>
              <a:ext cx="183500" cy="5875"/>
            </a:xfrm>
            <a:custGeom>
              <a:avLst/>
              <a:gdLst/>
              <a:ahLst/>
              <a:cxnLst/>
              <a:rect l="l" t="t" r="r" b="b"/>
              <a:pathLst>
                <a:path w="7340" h="235" extrusionOk="0">
                  <a:moveTo>
                    <a:pt x="134" y="1"/>
                  </a:moveTo>
                  <a:cubicBezTo>
                    <a:pt x="68" y="1"/>
                    <a:pt x="1" y="34"/>
                    <a:pt x="1" y="134"/>
                  </a:cubicBezTo>
                  <a:cubicBezTo>
                    <a:pt x="1" y="201"/>
                    <a:pt x="68" y="234"/>
                    <a:pt x="134" y="234"/>
                  </a:cubicBezTo>
                  <a:lnTo>
                    <a:pt x="7239" y="234"/>
                  </a:lnTo>
                  <a:cubicBezTo>
                    <a:pt x="7306" y="234"/>
                    <a:pt x="7339" y="201"/>
                    <a:pt x="7339" y="134"/>
                  </a:cubicBezTo>
                  <a:cubicBezTo>
                    <a:pt x="7339" y="67"/>
                    <a:pt x="7273" y="1"/>
                    <a:pt x="7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7"/>
            <p:cNvSpPr/>
            <p:nvPr/>
          </p:nvSpPr>
          <p:spPr>
            <a:xfrm>
              <a:off x="5080475" y="2041900"/>
              <a:ext cx="56725" cy="55900"/>
            </a:xfrm>
            <a:custGeom>
              <a:avLst/>
              <a:gdLst/>
              <a:ahLst/>
              <a:cxnLst/>
              <a:rect l="l" t="t" r="r" b="b"/>
              <a:pathLst>
                <a:path w="2269" h="2236" extrusionOk="0">
                  <a:moveTo>
                    <a:pt x="1134" y="1"/>
                  </a:moveTo>
                  <a:cubicBezTo>
                    <a:pt x="500" y="1"/>
                    <a:pt x="0" y="501"/>
                    <a:pt x="0" y="1101"/>
                  </a:cubicBezTo>
                  <a:cubicBezTo>
                    <a:pt x="0" y="1735"/>
                    <a:pt x="500" y="2236"/>
                    <a:pt x="1134" y="2236"/>
                  </a:cubicBezTo>
                  <a:cubicBezTo>
                    <a:pt x="1768" y="2236"/>
                    <a:pt x="2268" y="1735"/>
                    <a:pt x="2268" y="1101"/>
                  </a:cubicBezTo>
                  <a:cubicBezTo>
                    <a:pt x="2268" y="501"/>
                    <a:pt x="1768" y="1"/>
                    <a:pt x="1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7"/>
            <p:cNvSpPr/>
            <p:nvPr/>
          </p:nvSpPr>
          <p:spPr>
            <a:xfrm>
              <a:off x="5168850" y="2041900"/>
              <a:ext cx="56750" cy="55900"/>
            </a:xfrm>
            <a:custGeom>
              <a:avLst/>
              <a:gdLst/>
              <a:ahLst/>
              <a:cxnLst/>
              <a:rect l="l" t="t" r="r" b="b"/>
              <a:pathLst>
                <a:path w="2270" h="2236" extrusionOk="0">
                  <a:moveTo>
                    <a:pt x="1135" y="1"/>
                  </a:moveTo>
                  <a:cubicBezTo>
                    <a:pt x="501" y="1"/>
                    <a:pt x="1" y="501"/>
                    <a:pt x="1" y="1101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01"/>
                  </a:cubicBezTo>
                  <a:cubicBezTo>
                    <a:pt x="2269" y="501"/>
                    <a:pt x="1736" y="1"/>
                    <a:pt x="1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7"/>
            <p:cNvSpPr/>
            <p:nvPr/>
          </p:nvSpPr>
          <p:spPr>
            <a:xfrm>
              <a:off x="5256425" y="2041900"/>
              <a:ext cx="56725" cy="55900"/>
            </a:xfrm>
            <a:custGeom>
              <a:avLst/>
              <a:gdLst/>
              <a:ahLst/>
              <a:cxnLst/>
              <a:rect l="l" t="t" r="r" b="b"/>
              <a:pathLst>
                <a:path w="2269" h="2236" extrusionOk="0">
                  <a:moveTo>
                    <a:pt x="1135" y="1"/>
                  </a:moveTo>
                  <a:cubicBezTo>
                    <a:pt x="501" y="1"/>
                    <a:pt x="0" y="501"/>
                    <a:pt x="0" y="1101"/>
                  </a:cubicBezTo>
                  <a:cubicBezTo>
                    <a:pt x="0" y="1735"/>
                    <a:pt x="501" y="2236"/>
                    <a:pt x="1135" y="2236"/>
                  </a:cubicBezTo>
                  <a:cubicBezTo>
                    <a:pt x="1768" y="2236"/>
                    <a:pt x="2269" y="1735"/>
                    <a:pt x="2269" y="1101"/>
                  </a:cubicBezTo>
                  <a:cubicBezTo>
                    <a:pt x="2269" y="501"/>
                    <a:pt x="1768" y="1"/>
                    <a:pt x="11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7" name="Google Shape;577;p47"/>
          <p:cNvGrpSpPr/>
          <p:nvPr/>
        </p:nvGrpSpPr>
        <p:grpSpPr>
          <a:xfrm>
            <a:off x="6311700" y="1496975"/>
            <a:ext cx="2202447" cy="1457092"/>
            <a:chOff x="3095725" y="2502225"/>
            <a:chExt cx="1401850" cy="927375"/>
          </a:xfrm>
        </p:grpSpPr>
        <p:sp>
          <p:nvSpPr>
            <p:cNvPr id="578" name="Google Shape;578;p47"/>
            <p:cNvSpPr/>
            <p:nvPr/>
          </p:nvSpPr>
          <p:spPr>
            <a:xfrm>
              <a:off x="3095725" y="2502225"/>
              <a:ext cx="1401850" cy="103450"/>
            </a:xfrm>
            <a:custGeom>
              <a:avLst/>
              <a:gdLst/>
              <a:ahLst/>
              <a:cxnLst/>
              <a:rect l="l" t="t" r="r" b="b"/>
              <a:pathLst>
                <a:path w="56074" h="4138" fill="none" extrusionOk="0">
                  <a:moveTo>
                    <a:pt x="0" y="1"/>
                  </a:moveTo>
                  <a:lnTo>
                    <a:pt x="56073" y="1"/>
                  </a:lnTo>
                  <a:lnTo>
                    <a:pt x="56073" y="4137"/>
                  </a:lnTo>
                  <a:lnTo>
                    <a:pt x="0" y="4137"/>
                  </a:ln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F0F9FA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7"/>
            <p:cNvSpPr/>
            <p:nvPr/>
          </p:nvSpPr>
          <p:spPr>
            <a:xfrm>
              <a:off x="3095725" y="3327000"/>
              <a:ext cx="1401850" cy="102600"/>
            </a:xfrm>
            <a:custGeom>
              <a:avLst/>
              <a:gdLst/>
              <a:ahLst/>
              <a:cxnLst/>
              <a:rect l="l" t="t" r="r" b="b"/>
              <a:pathLst>
                <a:path w="56074" h="4104" fill="none" extrusionOk="0">
                  <a:moveTo>
                    <a:pt x="0" y="0"/>
                  </a:moveTo>
                  <a:lnTo>
                    <a:pt x="56073" y="0"/>
                  </a:lnTo>
                  <a:lnTo>
                    <a:pt x="56073" y="4103"/>
                  </a:lnTo>
                  <a:lnTo>
                    <a:pt x="0" y="4103"/>
                  </a:ln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F0F9FA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7"/>
            <p:cNvSpPr/>
            <p:nvPr/>
          </p:nvSpPr>
          <p:spPr>
            <a:xfrm>
              <a:off x="3095725" y="2605650"/>
              <a:ext cx="1401850" cy="412800"/>
            </a:xfrm>
            <a:custGeom>
              <a:avLst/>
              <a:gdLst/>
              <a:ahLst/>
              <a:cxnLst/>
              <a:rect l="l" t="t" r="r" b="b"/>
              <a:pathLst>
                <a:path w="56074" h="16512" fill="none" extrusionOk="0">
                  <a:moveTo>
                    <a:pt x="0" y="0"/>
                  </a:moveTo>
                  <a:lnTo>
                    <a:pt x="56073" y="0"/>
                  </a:lnTo>
                  <a:lnTo>
                    <a:pt x="56073" y="16512"/>
                  </a:lnTo>
                  <a:lnTo>
                    <a:pt x="0" y="16512"/>
                  </a:ln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F0F9FA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47"/>
            <p:cNvSpPr/>
            <p:nvPr/>
          </p:nvSpPr>
          <p:spPr>
            <a:xfrm>
              <a:off x="4066400" y="3018425"/>
              <a:ext cx="431175" cy="309425"/>
            </a:xfrm>
            <a:custGeom>
              <a:avLst/>
              <a:gdLst/>
              <a:ahLst/>
              <a:cxnLst/>
              <a:rect l="l" t="t" r="r" b="b"/>
              <a:pathLst>
                <a:path w="17247" h="12377" fill="none" extrusionOk="0">
                  <a:moveTo>
                    <a:pt x="1" y="1"/>
                  </a:moveTo>
                  <a:lnTo>
                    <a:pt x="17246" y="1"/>
                  </a:lnTo>
                  <a:lnTo>
                    <a:pt x="17246" y="12376"/>
                  </a:lnTo>
                  <a:lnTo>
                    <a:pt x="1" y="12376"/>
                  </a:ln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F0F9FA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7"/>
            <p:cNvSpPr/>
            <p:nvPr/>
          </p:nvSpPr>
          <p:spPr>
            <a:xfrm>
              <a:off x="3526025" y="3018425"/>
              <a:ext cx="539575" cy="309425"/>
            </a:xfrm>
            <a:custGeom>
              <a:avLst/>
              <a:gdLst/>
              <a:ahLst/>
              <a:cxnLst/>
              <a:rect l="l" t="t" r="r" b="b"/>
              <a:pathLst>
                <a:path w="21583" h="12377" fill="none" extrusionOk="0">
                  <a:moveTo>
                    <a:pt x="0" y="1"/>
                  </a:moveTo>
                  <a:lnTo>
                    <a:pt x="21582" y="1"/>
                  </a:lnTo>
                  <a:lnTo>
                    <a:pt x="21582" y="12376"/>
                  </a:lnTo>
                  <a:lnTo>
                    <a:pt x="0" y="12376"/>
                  </a:ln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F0F9FA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7"/>
            <p:cNvSpPr/>
            <p:nvPr/>
          </p:nvSpPr>
          <p:spPr>
            <a:xfrm>
              <a:off x="3095725" y="3018425"/>
              <a:ext cx="432000" cy="309425"/>
            </a:xfrm>
            <a:custGeom>
              <a:avLst/>
              <a:gdLst/>
              <a:ahLst/>
              <a:cxnLst/>
              <a:rect l="l" t="t" r="r" b="b"/>
              <a:pathLst>
                <a:path w="17280" h="12377" fill="none" extrusionOk="0">
                  <a:moveTo>
                    <a:pt x="0" y="1"/>
                  </a:moveTo>
                  <a:lnTo>
                    <a:pt x="17279" y="1"/>
                  </a:lnTo>
                  <a:lnTo>
                    <a:pt x="17279" y="12376"/>
                  </a:lnTo>
                  <a:lnTo>
                    <a:pt x="0" y="12376"/>
                  </a:lnTo>
                  <a:close/>
                </a:path>
              </a:pathLst>
            </a:custGeom>
            <a:solidFill>
              <a:schemeClr val="dk1"/>
            </a:solidFill>
            <a:ln w="10850" cap="flat" cmpd="sng">
              <a:solidFill>
                <a:srgbClr val="F0F9FA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7"/>
            <p:cNvSpPr/>
            <p:nvPr/>
          </p:nvSpPr>
          <p:spPr>
            <a:xfrm>
              <a:off x="3807900" y="2773250"/>
              <a:ext cx="258525" cy="18375"/>
            </a:xfrm>
            <a:custGeom>
              <a:avLst/>
              <a:gdLst/>
              <a:ahLst/>
              <a:cxnLst/>
              <a:rect l="l" t="t" r="r" b="b"/>
              <a:pathLst>
                <a:path w="10341" h="735" extrusionOk="0">
                  <a:moveTo>
                    <a:pt x="0" y="1"/>
                  </a:moveTo>
                  <a:lnTo>
                    <a:pt x="0" y="735"/>
                  </a:lnTo>
                  <a:lnTo>
                    <a:pt x="10341" y="735"/>
                  </a:lnTo>
                  <a:lnTo>
                    <a:pt x="10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47"/>
            <p:cNvSpPr/>
            <p:nvPr/>
          </p:nvSpPr>
          <p:spPr>
            <a:xfrm>
              <a:off x="4080575" y="2773250"/>
              <a:ext cx="46725" cy="18375"/>
            </a:xfrm>
            <a:custGeom>
              <a:avLst/>
              <a:gdLst/>
              <a:ahLst/>
              <a:cxnLst/>
              <a:rect l="l" t="t" r="r" b="b"/>
              <a:pathLst>
                <a:path w="1869" h="735" extrusionOk="0">
                  <a:moveTo>
                    <a:pt x="1" y="1"/>
                  </a:moveTo>
                  <a:lnTo>
                    <a:pt x="1" y="735"/>
                  </a:lnTo>
                  <a:lnTo>
                    <a:pt x="1869" y="735"/>
                  </a:lnTo>
                  <a:lnTo>
                    <a:pt x="18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7"/>
            <p:cNvSpPr/>
            <p:nvPr/>
          </p:nvSpPr>
          <p:spPr>
            <a:xfrm>
              <a:off x="4162300" y="2773250"/>
              <a:ext cx="120125" cy="18375"/>
            </a:xfrm>
            <a:custGeom>
              <a:avLst/>
              <a:gdLst/>
              <a:ahLst/>
              <a:cxnLst/>
              <a:rect l="l" t="t" r="r" b="b"/>
              <a:pathLst>
                <a:path w="4805" h="735" extrusionOk="0">
                  <a:moveTo>
                    <a:pt x="1" y="1"/>
                  </a:moveTo>
                  <a:lnTo>
                    <a:pt x="1" y="735"/>
                  </a:lnTo>
                  <a:lnTo>
                    <a:pt x="4804" y="735"/>
                  </a:lnTo>
                  <a:lnTo>
                    <a:pt x="48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7"/>
            <p:cNvSpPr/>
            <p:nvPr/>
          </p:nvSpPr>
          <p:spPr>
            <a:xfrm>
              <a:off x="3807900" y="2739900"/>
              <a:ext cx="82575" cy="18375"/>
            </a:xfrm>
            <a:custGeom>
              <a:avLst/>
              <a:gdLst/>
              <a:ahLst/>
              <a:cxnLst/>
              <a:rect l="l" t="t" r="r" b="b"/>
              <a:pathLst>
                <a:path w="3303" h="735" extrusionOk="0">
                  <a:moveTo>
                    <a:pt x="0" y="1"/>
                  </a:moveTo>
                  <a:lnTo>
                    <a:pt x="0" y="734"/>
                  </a:lnTo>
                  <a:lnTo>
                    <a:pt x="3302" y="734"/>
                  </a:lnTo>
                  <a:lnTo>
                    <a:pt x="33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7"/>
            <p:cNvSpPr/>
            <p:nvPr/>
          </p:nvSpPr>
          <p:spPr>
            <a:xfrm>
              <a:off x="3911300" y="2739900"/>
              <a:ext cx="337775" cy="18375"/>
            </a:xfrm>
            <a:custGeom>
              <a:avLst/>
              <a:gdLst/>
              <a:ahLst/>
              <a:cxnLst/>
              <a:rect l="l" t="t" r="r" b="b"/>
              <a:pathLst>
                <a:path w="13511" h="735" extrusionOk="0">
                  <a:moveTo>
                    <a:pt x="0" y="1"/>
                  </a:moveTo>
                  <a:lnTo>
                    <a:pt x="0" y="734"/>
                  </a:lnTo>
                  <a:lnTo>
                    <a:pt x="13510" y="734"/>
                  </a:lnTo>
                  <a:lnTo>
                    <a:pt x="135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7"/>
            <p:cNvSpPr/>
            <p:nvPr/>
          </p:nvSpPr>
          <p:spPr>
            <a:xfrm>
              <a:off x="4270725" y="2739900"/>
              <a:ext cx="100100" cy="18375"/>
            </a:xfrm>
            <a:custGeom>
              <a:avLst/>
              <a:gdLst/>
              <a:ahLst/>
              <a:cxnLst/>
              <a:rect l="l" t="t" r="r" b="b"/>
              <a:pathLst>
                <a:path w="4004" h="735" extrusionOk="0">
                  <a:moveTo>
                    <a:pt x="0" y="1"/>
                  </a:moveTo>
                  <a:lnTo>
                    <a:pt x="0" y="734"/>
                  </a:lnTo>
                  <a:lnTo>
                    <a:pt x="4003" y="734"/>
                  </a:lnTo>
                  <a:lnTo>
                    <a:pt x="40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3807900" y="2705700"/>
              <a:ext cx="135100" cy="18375"/>
            </a:xfrm>
            <a:custGeom>
              <a:avLst/>
              <a:gdLst/>
              <a:ahLst/>
              <a:cxnLst/>
              <a:rect l="l" t="t" r="r" b="b"/>
              <a:pathLst>
                <a:path w="5404" h="735" extrusionOk="0">
                  <a:moveTo>
                    <a:pt x="0" y="1"/>
                  </a:moveTo>
                  <a:lnTo>
                    <a:pt x="0" y="735"/>
                  </a:lnTo>
                  <a:lnTo>
                    <a:pt x="5404" y="735"/>
                  </a:lnTo>
                  <a:lnTo>
                    <a:pt x="5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47"/>
            <p:cNvSpPr/>
            <p:nvPr/>
          </p:nvSpPr>
          <p:spPr>
            <a:xfrm>
              <a:off x="3959675" y="2705700"/>
              <a:ext cx="51725" cy="18375"/>
            </a:xfrm>
            <a:custGeom>
              <a:avLst/>
              <a:gdLst/>
              <a:ahLst/>
              <a:cxnLst/>
              <a:rect l="l" t="t" r="r" b="b"/>
              <a:pathLst>
                <a:path w="2069" h="735" extrusionOk="0">
                  <a:moveTo>
                    <a:pt x="0" y="1"/>
                  </a:moveTo>
                  <a:lnTo>
                    <a:pt x="0" y="735"/>
                  </a:lnTo>
                  <a:lnTo>
                    <a:pt x="2068" y="735"/>
                  </a:lnTo>
                  <a:lnTo>
                    <a:pt x="20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7"/>
            <p:cNvSpPr/>
            <p:nvPr/>
          </p:nvSpPr>
          <p:spPr>
            <a:xfrm>
              <a:off x="4025550" y="2705700"/>
              <a:ext cx="96750" cy="18375"/>
            </a:xfrm>
            <a:custGeom>
              <a:avLst/>
              <a:gdLst/>
              <a:ahLst/>
              <a:cxnLst/>
              <a:rect l="l" t="t" r="r" b="b"/>
              <a:pathLst>
                <a:path w="3870" h="735" extrusionOk="0">
                  <a:moveTo>
                    <a:pt x="0" y="1"/>
                  </a:moveTo>
                  <a:lnTo>
                    <a:pt x="0" y="735"/>
                  </a:lnTo>
                  <a:lnTo>
                    <a:pt x="3870" y="735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7"/>
            <p:cNvSpPr/>
            <p:nvPr/>
          </p:nvSpPr>
          <p:spPr>
            <a:xfrm>
              <a:off x="3770375" y="2706550"/>
              <a:ext cx="14200" cy="15025"/>
            </a:xfrm>
            <a:custGeom>
              <a:avLst/>
              <a:gdLst/>
              <a:ahLst/>
              <a:cxnLst/>
              <a:rect l="l" t="t" r="r" b="b"/>
              <a:pathLst>
                <a:path w="568" h="601" extrusionOk="0">
                  <a:moveTo>
                    <a:pt x="300" y="0"/>
                  </a:moveTo>
                  <a:cubicBezTo>
                    <a:pt x="133" y="0"/>
                    <a:pt x="0" y="134"/>
                    <a:pt x="0" y="301"/>
                  </a:cubicBezTo>
                  <a:cubicBezTo>
                    <a:pt x="0" y="467"/>
                    <a:pt x="133" y="601"/>
                    <a:pt x="300" y="601"/>
                  </a:cubicBezTo>
                  <a:cubicBezTo>
                    <a:pt x="467" y="601"/>
                    <a:pt x="567" y="467"/>
                    <a:pt x="567" y="301"/>
                  </a:cubicBezTo>
                  <a:cubicBezTo>
                    <a:pt x="567" y="134"/>
                    <a:pt x="467" y="0"/>
                    <a:pt x="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7"/>
            <p:cNvSpPr/>
            <p:nvPr/>
          </p:nvSpPr>
          <p:spPr>
            <a:xfrm>
              <a:off x="3770375" y="2742400"/>
              <a:ext cx="14200" cy="14200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300" y="1"/>
                  </a:moveTo>
                  <a:cubicBezTo>
                    <a:pt x="133" y="1"/>
                    <a:pt x="0" y="101"/>
                    <a:pt x="0" y="268"/>
                  </a:cubicBezTo>
                  <a:cubicBezTo>
                    <a:pt x="0" y="434"/>
                    <a:pt x="133" y="568"/>
                    <a:pt x="300" y="568"/>
                  </a:cubicBezTo>
                  <a:cubicBezTo>
                    <a:pt x="467" y="568"/>
                    <a:pt x="567" y="434"/>
                    <a:pt x="567" y="268"/>
                  </a:cubicBezTo>
                  <a:cubicBezTo>
                    <a:pt x="567" y="101"/>
                    <a:pt x="467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47"/>
            <p:cNvSpPr/>
            <p:nvPr/>
          </p:nvSpPr>
          <p:spPr>
            <a:xfrm>
              <a:off x="3770375" y="2776600"/>
              <a:ext cx="14200" cy="14200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300" y="0"/>
                  </a:moveTo>
                  <a:cubicBezTo>
                    <a:pt x="133" y="0"/>
                    <a:pt x="0" y="134"/>
                    <a:pt x="0" y="301"/>
                  </a:cubicBezTo>
                  <a:cubicBezTo>
                    <a:pt x="0" y="434"/>
                    <a:pt x="133" y="567"/>
                    <a:pt x="300" y="567"/>
                  </a:cubicBezTo>
                  <a:cubicBezTo>
                    <a:pt x="467" y="567"/>
                    <a:pt x="567" y="467"/>
                    <a:pt x="567" y="301"/>
                  </a:cubicBezTo>
                  <a:cubicBezTo>
                    <a:pt x="567" y="167"/>
                    <a:pt x="467" y="34"/>
                    <a:pt x="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7"/>
            <p:cNvSpPr/>
            <p:nvPr/>
          </p:nvSpPr>
          <p:spPr>
            <a:xfrm>
              <a:off x="3807900" y="2903350"/>
              <a:ext cx="150950" cy="19200"/>
            </a:xfrm>
            <a:custGeom>
              <a:avLst/>
              <a:gdLst/>
              <a:ahLst/>
              <a:cxnLst/>
              <a:rect l="l" t="t" r="r" b="b"/>
              <a:pathLst>
                <a:path w="6038" h="768" extrusionOk="0">
                  <a:moveTo>
                    <a:pt x="0" y="1"/>
                  </a:moveTo>
                  <a:lnTo>
                    <a:pt x="0" y="768"/>
                  </a:lnTo>
                  <a:lnTo>
                    <a:pt x="6038" y="768"/>
                  </a:lnTo>
                  <a:lnTo>
                    <a:pt x="60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3977175" y="2903350"/>
              <a:ext cx="200175" cy="19200"/>
            </a:xfrm>
            <a:custGeom>
              <a:avLst/>
              <a:gdLst/>
              <a:ahLst/>
              <a:cxnLst/>
              <a:rect l="l" t="t" r="r" b="b"/>
              <a:pathLst>
                <a:path w="8007" h="768" extrusionOk="0">
                  <a:moveTo>
                    <a:pt x="1" y="1"/>
                  </a:moveTo>
                  <a:lnTo>
                    <a:pt x="1" y="768"/>
                  </a:lnTo>
                  <a:lnTo>
                    <a:pt x="8006" y="768"/>
                  </a:lnTo>
                  <a:lnTo>
                    <a:pt x="80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4201500" y="2903350"/>
              <a:ext cx="86750" cy="19200"/>
            </a:xfrm>
            <a:custGeom>
              <a:avLst/>
              <a:gdLst/>
              <a:ahLst/>
              <a:cxnLst/>
              <a:rect l="l" t="t" r="r" b="b"/>
              <a:pathLst>
                <a:path w="3470" h="768" extrusionOk="0">
                  <a:moveTo>
                    <a:pt x="1" y="1"/>
                  </a:moveTo>
                  <a:lnTo>
                    <a:pt x="1" y="768"/>
                  </a:lnTo>
                  <a:lnTo>
                    <a:pt x="3470" y="768"/>
                  </a:lnTo>
                  <a:lnTo>
                    <a:pt x="34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3807900" y="2871675"/>
              <a:ext cx="126775" cy="18350"/>
            </a:xfrm>
            <a:custGeom>
              <a:avLst/>
              <a:gdLst/>
              <a:ahLst/>
              <a:cxnLst/>
              <a:rect l="l" t="t" r="r" b="b"/>
              <a:pathLst>
                <a:path w="5071" h="734" extrusionOk="0">
                  <a:moveTo>
                    <a:pt x="0" y="0"/>
                  </a:moveTo>
                  <a:lnTo>
                    <a:pt x="0" y="734"/>
                  </a:lnTo>
                  <a:lnTo>
                    <a:pt x="5070" y="734"/>
                  </a:lnTo>
                  <a:lnTo>
                    <a:pt x="50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3953000" y="2871675"/>
              <a:ext cx="152625" cy="18350"/>
            </a:xfrm>
            <a:custGeom>
              <a:avLst/>
              <a:gdLst/>
              <a:ahLst/>
              <a:cxnLst/>
              <a:rect l="l" t="t" r="r" b="b"/>
              <a:pathLst>
                <a:path w="6105" h="734" extrusionOk="0">
                  <a:moveTo>
                    <a:pt x="0" y="0"/>
                  </a:moveTo>
                  <a:lnTo>
                    <a:pt x="0" y="734"/>
                  </a:lnTo>
                  <a:lnTo>
                    <a:pt x="6105" y="734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7"/>
            <p:cNvSpPr/>
            <p:nvPr/>
          </p:nvSpPr>
          <p:spPr>
            <a:xfrm>
              <a:off x="4122275" y="2871675"/>
              <a:ext cx="90100" cy="18350"/>
            </a:xfrm>
            <a:custGeom>
              <a:avLst/>
              <a:gdLst/>
              <a:ahLst/>
              <a:cxnLst/>
              <a:rect l="l" t="t" r="r" b="b"/>
              <a:pathLst>
                <a:path w="3604" h="734" extrusionOk="0">
                  <a:moveTo>
                    <a:pt x="1" y="0"/>
                  </a:moveTo>
                  <a:lnTo>
                    <a:pt x="1" y="734"/>
                  </a:lnTo>
                  <a:lnTo>
                    <a:pt x="3603" y="7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3807900" y="2837475"/>
              <a:ext cx="43375" cy="19200"/>
            </a:xfrm>
            <a:custGeom>
              <a:avLst/>
              <a:gdLst/>
              <a:ahLst/>
              <a:cxnLst/>
              <a:rect l="l" t="t" r="r" b="b"/>
              <a:pathLst>
                <a:path w="1735" h="768" extrusionOk="0">
                  <a:moveTo>
                    <a:pt x="0" y="0"/>
                  </a:moveTo>
                  <a:lnTo>
                    <a:pt x="0" y="768"/>
                  </a:lnTo>
                  <a:lnTo>
                    <a:pt x="1735" y="768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7"/>
            <p:cNvSpPr/>
            <p:nvPr/>
          </p:nvSpPr>
          <p:spPr>
            <a:xfrm>
              <a:off x="3869600" y="2837475"/>
              <a:ext cx="125950" cy="19200"/>
            </a:xfrm>
            <a:custGeom>
              <a:avLst/>
              <a:gdLst/>
              <a:ahLst/>
              <a:cxnLst/>
              <a:rect l="l" t="t" r="r" b="b"/>
              <a:pathLst>
                <a:path w="5038" h="768" extrusionOk="0">
                  <a:moveTo>
                    <a:pt x="1" y="0"/>
                  </a:moveTo>
                  <a:lnTo>
                    <a:pt x="1" y="768"/>
                  </a:lnTo>
                  <a:lnTo>
                    <a:pt x="5037" y="768"/>
                  </a:lnTo>
                  <a:lnTo>
                    <a:pt x="50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7"/>
            <p:cNvSpPr/>
            <p:nvPr/>
          </p:nvSpPr>
          <p:spPr>
            <a:xfrm>
              <a:off x="3770375" y="2838300"/>
              <a:ext cx="14200" cy="14200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300" y="1"/>
                  </a:moveTo>
                  <a:cubicBezTo>
                    <a:pt x="133" y="1"/>
                    <a:pt x="0" y="101"/>
                    <a:pt x="0" y="268"/>
                  </a:cubicBezTo>
                  <a:cubicBezTo>
                    <a:pt x="0" y="434"/>
                    <a:pt x="133" y="568"/>
                    <a:pt x="300" y="568"/>
                  </a:cubicBezTo>
                  <a:cubicBezTo>
                    <a:pt x="467" y="568"/>
                    <a:pt x="567" y="434"/>
                    <a:pt x="567" y="268"/>
                  </a:cubicBezTo>
                  <a:cubicBezTo>
                    <a:pt x="567" y="101"/>
                    <a:pt x="467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7"/>
            <p:cNvSpPr/>
            <p:nvPr/>
          </p:nvSpPr>
          <p:spPr>
            <a:xfrm>
              <a:off x="3770375" y="2873325"/>
              <a:ext cx="14200" cy="15050"/>
            </a:xfrm>
            <a:custGeom>
              <a:avLst/>
              <a:gdLst/>
              <a:ahLst/>
              <a:cxnLst/>
              <a:rect l="l" t="t" r="r" b="b"/>
              <a:pathLst>
                <a:path w="568" h="602" extrusionOk="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cubicBezTo>
                    <a:pt x="0" y="468"/>
                    <a:pt x="133" y="601"/>
                    <a:pt x="300" y="601"/>
                  </a:cubicBezTo>
                  <a:cubicBezTo>
                    <a:pt x="467" y="601"/>
                    <a:pt x="567" y="468"/>
                    <a:pt x="567" y="301"/>
                  </a:cubicBez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7"/>
            <p:cNvSpPr/>
            <p:nvPr/>
          </p:nvSpPr>
          <p:spPr>
            <a:xfrm>
              <a:off x="3770375" y="2909200"/>
              <a:ext cx="14200" cy="14200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300" y="0"/>
                  </a:moveTo>
                  <a:cubicBezTo>
                    <a:pt x="133" y="0"/>
                    <a:pt x="0" y="100"/>
                    <a:pt x="0" y="267"/>
                  </a:cubicBezTo>
                  <a:cubicBezTo>
                    <a:pt x="0" y="434"/>
                    <a:pt x="133" y="567"/>
                    <a:pt x="300" y="567"/>
                  </a:cubicBezTo>
                  <a:cubicBezTo>
                    <a:pt x="467" y="567"/>
                    <a:pt x="567" y="434"/>
                    <a:pt x="567" y="267"/>
                  </a:cubicBezTo>
                  <a:cubicBezTo>
                    <a:pt x="567" y="100"/>
                    <a:pt x="467" y="0"/>
                    <a:pt x="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7"/>
            <p:cNvSpPr/>
            <p:nvPr/>
          </p:nvSpPr>
          <p:spPr>
            <a:xfrm>
              <a:off x="3195775" y="3198575"/>
              <a:ext cx="129300" cy="18350"/>
            </a:xfrm>
            <a:custGeom>
              <a:avLst/>
              <a:gdLst/>
              <a:ahLst/>
              <a:cxnLst/>
              <a:rect l="l" t="t" r="r" b="b"/>
              <a:pathLst>
                <a:path w="5172" h="734" extrusionOk="0">
                  <a:moveTo>
                    <a:pt x="1" y="0"/>
                  </a:moveTo>
                  <a:lnTo>
                    <a:pt x="1" y="734"/>
                  </a:lnTo>
                  <a:lnTo>
                    <a:pt x="5171" y="734"/>
                  </a:lnTo>
                  <a:lnTo>
                    <a:pt x="5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7"/>
            <p:cNvSpPr/>
            <p:nvPr/>
          </p:nvSpPr>
          <p:spPr>
            <a:xfrm>
              <a:off x="3332550" y="3198575"/>
              <a:ext cx="23375" cy="18350"/>
            </a:xfrm>
            <a:custGeom>
              <a:avLst/>
              <a:gdLst/>
              <a:ahLst/>
              <a:cxnLst/>
              <a:rect l="l" t="t" r="r" b="b"/>
              <a:pathLst>
                <a:path w="935" h="734" extrusionOk="0">
                  <a:moveTo>
                    <a:pt x="1" y="0"/>
                  </a:moveTo>
                  <a:lnTo>
                    <a:pt x="1" y="734"/>
                  </a:lnTo>
                  <a:lnTo>
                    <a:pt x="935" y="734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7"/>
            <p:cNvSpPr/>
            <p:nvPr/>
          </p:nvSpPr>
          <p:spPr>
            <a:xfrm>
              <a:off x="3372575" y="3198575"/>
              <a:ext cx="60075" cy="18350"/>
            </a:xfrm>
            <a:custGeom>
              <a:avLst/>
              <a:gdLst/>
              <a:ahLst/>
              <a:cxnLst/>
              <a:rect l="l" t="t" r="r" b="b"/>
              <a:pathLst>
                <a:path w="2403" h="734" extrusionOk="0">
                  <a:moveTo>
                    <a:pt x="1" y="0"/>
                  </a:moveTo>
                  <a:lnTo>
                    <a:pt x="1" y="734"/>
                  </a:lnTo>
                  <a:lnTo>
                    <a:pt x="2402" y="734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7"/>
            <p:cNvSpPr/>
            <p:nvPr/>
          </p:nvSpPr>
          <p:spPr>
            <a:xfrm>
              <a:off x="3195775" y="3164375"/>
              <a:ext cx="40900" cy="18375"/>
            </a:xfrm>
            <a:custGeom>
              <a:avLst/>
              <a:gdLst/>
              <a:ahLst/>
              <a:cxnLst/>
              <a:rect l="l" t="t" r="r" b="b"/>
              <a:pathLst>
                <a:path w="1636" h="735" extrusionOk="0">
                  <a:moveTo>
                    <a:pt x="1" y="0"/>
                  </a:moveTo>
                  <a:lnTo>
                    <a:pt x="1" y="734"/>
                  </a:lnTo>
                  <a:lnTo>
                    <a:pt x="1635" y="734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7"/>
            <p:cNvSpPr/>
            <p:nvPr/>
          </p:nvSpPr>
          <p:spPr>
            <a:xfrm>
              <a:off x="3247500" y="3164375"/>
              <a:ext cx="169300" cy="18375"/>
            </a:xfrm>
            <a:custGeom>
              <a:avLst/>
              <a:gdLst/>
              <a:ahLst/>
              <a:cxnLst/>
              <a:rect l="l" t="t" r="r" b="b"/>
              <a:pathLst>
                <a:path w="6772" h="735" extrusionOk="0">
                  <a:moveTo>
                    <a:pt x="0" y="0"/>
                  </a:moveTo>
                  <a:lnTo>
                    <a:pt x="0" y="734"/>
                  </a:lnTo>
                  <a:lnTo>
                    <a:pt x="6772" y="734"/>
                  </a:lnTo>
                  <a:lnTo>
                    <a:pt x="67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7"/>
            <p:cNvSpPr/>
            <p:nvPr/>
          </p:nvSpPr>
          <p:spPr>
            <a:xfrm>
              <a:off x="3427625" y="3164375"/>
              <a:ext cx="50050" cy="18375"/>
            </a:xfrm>
            <a:custGeom>
              <a:avLst/>
              <a:gdLst/>
              <a:ahLst/>
              <a:cxnLst/>
              <a:rect l="l" t="t" r="r" b="b"/>
              <a:pathLst>
                <a:path w="2002" h="735" extrusionOk="0">
                  <a:moveTo>
                    <a:pt x="0" y="0"/>
                  </a:moveTo>
                  <a:lnTo>
                    <a:pt x="0" y="734"/>
                  </a:lnTo>
                  <a:lnTo>
                    <a:pt x="2002" y="734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7"/>
            <p:cNvSpPr/>
            <p:nvPr/>
          </p:nvSpPr>
          <p:spPr>
            <a:xfrm>
              <a:off x="3195775" y="3129350"/>
              <a:ext cx="67575" cy="19200"/>
            </a:xfrm>
            <a:custGeom>
              <a:avLst/>
              <a:gdLst/>
              <a:ahLst/>
              <a:cxnLst/>
              <a:rect l="l" t="t" r="r" b="b"/>
              <a:pathLst>
                <a:path w="2703" h="768" extrusionOk="0">
                  <a:moveTo>
                    <a:pt x="1" y="0"/>
                  </a:moveTo>
                  <a:lnTo>
                    <a:pt x="1" y="768"/>
                  </a:lnTo>
                  <a:lnTo>
                    <a:pt x="2703" y="768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7"/>
            <p:cNvSpPr/>
            <p:nvPr/>
          </p:nvSpPr>
          <p:spPr>
            <a:xfrm>
              <a:off x="3271675" y="3129350"/>
              <a:ext cx="25050" cy="19200"/>
            </a:xfrm>
            <a:custGeom>
              <a:avLst/>
              <a:gdLst/>
              <a:ahLst/>
              <a:cxnLst/>
              <a:rect l="l" t="t" r="r" b="b"/>
              <a:pathLst>
                <a:path w="1002" h="768" extrusionOk="0">
                  <a:moveTo>
                    <a:pt x="0" y="0"/>
                  </a:moveTo>
                  <a:lnTo>
                    <a:pt x="0" y="768"/>
                  </a:lnTo>
                  <a:lnTo>
                    <a:pt x="1001" y="768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7"/>
            <p:cNvSpPr/>
            <p:nvPr/>
          </p:nvSpPr>
          <p:spPr>
            <a:xfrm>
              <a:off x="3304200" y="3129350"/>
              <a:ext cx="48400" cy="19200"/>
            </a:xfrm>
            <a:custGeom>
              <a:avLst/>
              <a:gdLst/>
              <a:ahLst/>
              <a:cxnLst/>
              <a:rect l="l" t="t" r="r" b="b"/>
              <a:pathLst>
                <a:path w="1936" h="768" extrusionOk="0">
                  <a:moveTo>
                    <a:pt x="0" y="0"/>
                  </a:moveTo>
                  <a:lnTo>
                    <a:pt x="0" y="768"/>
                  </a:lnTo>
                  <a:lnTo>
                    <a:pt x="1935" y="768"/>
                  </a:lnTo>
                  <a:lnTo>
                    <a:pt x="19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7"/>
            <p:cNvSpPr/>
            <p:nvPr/>
          </p:nvSpPr>
          <p:spPr>
            <a:xfrm>
              <a:off x="3158250" y="3131025"/>
              <a:ext cx="15050" cy="14200"/>
            </a:xfrm>
            <a:custGeom>
              <a:avLst/>
              <a:gdLst/>
              <a:ahLst/>
              <a:cxnLst/>
              <a:rect l="l" t="t" r="r" b="b"/>
              <a:pathLst>
                <a:path w="602" h="568" extrusionOk="0">
                  <a:moveTo>
                    <a:pt x="301" y="0"/>
                  </a:moveTo>
                  <a:cubicBezTo>
                    <a:pt x="134" y="0"/>
                    <a:pt x="1" y="134"/>
                    <a:pt x="1" y="300"/>
                  </a:cubicBezTo>
                  <a:cubicBezTo>
                    <a:pt x="1" y="434"/>
                    <a:pt x="134" y="567"/>
                    <a:pt x="301" y="567"/>
                  </a:cubicBezTo>
                  <a:cubicBezTo>
                    <a:pt x="468" y="567"/>
                    <a:pt x="601" y="434"/>
                    <a:pt x="601" y="300"/>
                  </a:cubicBezTo>
                  <a:cubicBezTo>
                    <a:pt x="601" y="134"/>
                    <a:pt x="468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7"/>
            <p:cNvSpPr/>
            <p:nvPr/>
          </p:nvSpPr>
          <p:spPr>
            <a:xfrm>
              <a:off x="3158250" y="3166050"/>
              <a:ext cx="15050" cy="15025"/>
            </a:xfrm>
            <a:custGeom>
              <a:avLst/>
              <a:gdLst/>
              <a:ahLst/>
              <a:cxnLst/>
              <a:rect l="l" t="t" r="r" b="b"/>
              <a:pathLst>
                <a:path w="602" h="601" extrusionOk="0">
                  <a:moveTo>
                    <a:pt x="301" y="0"/>
                  </a:moveTo>
                  <a:cubicBezTo>
                    <a:pt x="134" y="0"/>
                    <a:pt x="1" y="134"/>
                    <a:pt x="1" y="300"/>
                  </a:cubicBezTo>
                  <a:cubicBezTo>
                    <a:pt x="1" y="467"/>
                    <a:pt x="134" y="601"/>
                    <a:pt x="301" y="601"/>
                  </a:cubicBezTo>
                  <a:cubicBezTo>
                    <a:pt x="468" y="601"/>
                    <a:pt x="601" y="467"/>
                    <a:pt x="601" y="300"/>
                  </a:cubicBezTo>
                  <a:cubicBezTo>
                    <a:pt x="601" y="134"/>
                    <a:pt x="468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7"/>
            <p:cNvSpPr/>
            <p:nvPr/>
          </p:nvSpPr>
          <p:spPr>
            <a:xfrm>
              <a:off x="3158250" y="3201900"/>
              <a:ext cx="14200" cy="14200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434"/>
                    <a:pt x="134" y="568"/>
                    <a:pt x="301" y="568"/>
                  </a:cubicBezTo>
                  <a:cubicBezTo>
                    <a:pt x="468" y="568"/>
                    <a:pt x="568" y="434"/>
                    <a:pt x="568" y="301"/>
                  </a:cubicBezTo>
                  <a:cubicBezTo>
                    <a:pt x="568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7"/>
            <p:cNvSpPr/>
            <p:nvPr/>
          </p:nvSpPr>
          <p:spPr>
            <a:xfrm>
              <a:off x="4147300" y="2526425"/>
              <a:ext cx="52550" cy="51725"/>
            </a:xfrm>
            <a:custGeom>
              <a:avLst/>
              <a:gdLst/>
              <a:ahLst/>
              <a:cxnLst/>
              <a:rect l="l" t="t" r="r" b="b"/>
              <a:pathLst>
                <a:path w="2102" h="2069" extrusionOk="0">
                  <a:moveTo>
                    <a:pt x="1068" y="0"/>
                  </a:moveTo>
                  <a:cubicBezTo>
                    <a:pt x="467" y="0"/>
                    <a:pt x="0" y="467"/>
                    <a:pt x="0" y="1034"/>
                  </a:cubicBezTo>
                  <a:cubicBezTo>
                    <a:pt x="0" y="1635"/>
                    <a:pt x="467" y="2068"/>
                    <a:pt x="1068" y="2068"/>
                  </a:cubicBezTo>
                  <a:cubicBezTo>
                    <a:pt x="1635" y="2068"/>
                    <a:pt x="2102" y="1635"/>
                    <a:pt x="2102" y="1034"/>
                  </a:cubicBezTo>
                  <a:cubicBezTo>
                    <a:pt x="2102" y="467"/>
                    <a:pt x="1635" y="0"/>
                    <a:pt x="10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7"/>
            <p:cNvSpPr/>
            <p:nvPr/>
          </p:nvSpPr>
          <p:spPr>
            <a:xfrm>
              <a:off x="3608575" y="2784100"/>
              <a:ext cx="52575" cy="51725"/>
            </a:xfrm>
            <a:custGeom>
              <a:avLst/>
              <a:gdLst/>
              <a:ahLst/>
              <a:cxnLst/>
              <a:rect l="l" t="t" r="r" b="b"/>
              <a:pathLst>
                <a:path w="2103" h="2069" extrusionOk="0">
                  <a:moveTo>
                    <a:pt x="1035" y="1"/>
                  </a:moveTo>
                  <a:cubicBezTo>
                    <a:pt x="468" y="1"/>
                    <a:pt x="1" y="434"/>
                    <a:pt x="1" y="1035"/>
                  </a:cubicBezTo>
                  <a:cubicBezTo>
                    <a:pt x="1" y="1602"/>
                    <a:pt x="468" y="2069"/>
                    <a:pt x="1035" y="2069"/>
                  </a:cubicBezTo>
                  <a:cubicBezTo>
                    <a:pt x="1635" y="2069"/>
                    <a:pt x="2102" y="1602"/>
                    <a:pt x="2102" y="1035"/>
                  </a:cubicBezTo>
                  <a:cubicBezTo>
                    <a:pt x="2102" y="434"/>
                    <a:pt x="1635" y="1"/>
                    <a:pt x="1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7"/>
            <p:cNvSpPr/>
            <p:nvPr/>
          </p:nvSpPr>
          <p:spPr>
            <a:xfrm>
              <a:off x="3775375" y="3147700"/>
              <a:ext cx="52550" cy="51725"/>
            </a:xfrm>
            <a:custGeom>
              <a:avLst/>
              <a:gdLst/>
              <a:ahLst/>
              <a:cxnLst/>
              <a:rect l="l" t="t" r="r" b="b"/>
              <a:pathLst>
                <a:path w="2102" h="2069" extrusionOk="0">
                  <a:moveTo>
                    <a:pt x="1034" y="0"/>
                  </a:moveTo>
                  <a:cubicBezTo>
                    <a:pt x="467" y="0"/>
                    <a:pt x="0" y="467"/>
                    <a:pt x="0" y="1034"/>
                  </a:cubicBezTo>
                  <a:cubicBezTo>
                    <a:pt x="0" y="1635"/>
                    <a:pt x="467" y="2068"/>
                    <a:pt x="1034" y="2068"/>
                  </a:cubicBezTo>
                  <a:cubicBezTo>
                    <a:pt x="1635" y="2068"/>
                    <a:pt x="2102" y="1635"/>
                    <a:pt x="2102" y="1034"/>
                  </a:cubicBezTo>
                  <a:cubicBezTo>
                    <a:pt x="2102" y="467"/>
                    <a:pt x="1635" y="0"/>
                    <a:pt x="10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7"/>
            <p:cNvSpPr/>
            <p:nvPr/>
          </p:nvSpPr>
          <p:spPr>
            <a:xfrm>
              <a:off x="3395100" y="3357000"/>
              <a:ext cx="51725" cy="52575"/>
            </a:xfrm>
            <a:custGeom>
              <a:avLst/>
              <a:gdLst/>
              <a:ahLst/>
              <a:cxnLst/>
              <a:rect l="l" t="t" r="r" b="b"/>
              <a:pathLst>
                <a:path w="2069" h="2103" extrusionOk="0">
                  <a:moveTo>
                    <a:pt x="1034" y="1"/>
                  </a:moveTo>
                  <a:cubicBezTo>
                    <a:pt x="467" y="1"/>
                    <a:pt x="0" y="468"/>
                    <a:pt x="0" y="1035"/>
                  </a:cubicBezTo>
                  <a:cubicBezTo>
                    <a:pt x="0" y="1635"/>
                    <a:pt x="467" y="2102"/>
                    <a:pt x="1034" y="2102"/>
                  </a:cubicBezTo>
                  <a:cubicBezTo>
                    <a:pt x="1635" y="2102"/>
                    <a:pt x="2068" y="1635"/>
                    <a:pt x="2068" y="1035"/>
                  </a:cubicBezTo>
                  <a:cubicBezTo>
                    <a:pt x="2068" y="468"/>
                    <a:pt x="1635" y="1"/>
                    <a:pt x="1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3" name="Google Shape;623;p47"/>
          <p:cNvGrpSpPr/>
          <p:nvPr/>
        </p:nvGrpSpPr>
        <p:grpSpPr>
          <a:xfrm>
            <a:off x="6559200" y="3120654"/>
            <a:ext cx="1756763" cy="775356"/>
            <a:chOff x="2752975" y="1483175"/>
            <a:chExt cx="1001575" cy="442000"/>
          </a:xfrm>
        </p:grpSpPr>
        <p:sp>
          <p:nvSpPr>
            <p:cNvPr id="624" name="Google Shape;624;p47"/>
            <p:cNvSpPr/>
            <p:nvPr/>
          </p:nvSpPr>
          <p:spPr>
            <a:xfrm>
              <a:off x="2752975" y="1483175"/>
              <a:ext cx="1001575" cy="442000"/>
            </a:xfrm>
            <a:custGeom>
              <a:avLst/>
              <a:gdLst/>
              <a:ahLst/>
              <a:cxnLst/>
              <a:rect l="l" t="t" r="r" b="b"/>
              <a:pathLst>
                <a:path w="40063" h="17680" extrusionOk="0">
                  <a:moveTo>
                    <a:pt x="0" y="0"/>
                  </a:moveTo>
                  <a:lnTo>
                    <a:pt x="0" y="17680"/>
                  </a:lnTo>
                  <a:lnTo>
                    <a:pt x="40062" y="17680"/>
                  </a:lnTo>
                  <a:lnTo>
                    <a:pt x="4006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7"/>
            <p:cNvSpPr/>
            <p:nvPr/>
          </p:nvSpPr>
          <p:spPr>
            <a:xfrm>
              <a:off x="2925600" y="1729175"/>
              <a:ext cx="62575" cy="21700"/>
            </a:xfrm>
            <a:custGeom>
              <a:avLst/>
              <a:gdLst/>
              <a:ahLst/>
              <a:cxnLst/>
              <a:rect l="l" t="t" r="r" b="b"/>
              <a:pathLst>
                <a:path w="2503" h="868" extrusionOk="0">
                  <a:moveTo>
                    <a:pt x="0" y="1"/>
                  </a:moveTo>
                  <a:lnTo>
                    <a:pt x="0" y="868"/>
                  </a:lnTo>
                  <a:lnTo>
                    <a:pt x="2502" y="868"/>
                  </a:lnTo>
                  <a:lnTo>
                    <a:pt x="25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7"/>
            <p:cNvSpPr/>
            <p:nvPr/>
          </p:nvSpPr>
          <p:spPr>
            <a:xfrm>
              <a:off x="2925600" y="1814250"/>
              <a:ext cx="163475" cy="21700"/>
            </a:xfrm>
            <a:custGeom>
              <a:avLst/>
              <a:gdLst/>
              <a:ahLst/>
              <a:cxnLst/>
              <a:rect l="l" t="t" r="r" b="b"/>
              <a:pathLst>
                <a:path w="6539" h="868" extrusionOk="0">
                  <a:moveTo>
                    <a:pt x="0" y="0"/>
                  </a:moveTo>
                  <a:lnTo>
                    <a:pt x="0" y="867"/>
                  </a:lnTo>
                  <a:lnTo>
                    <a:pt x="6538" y="867"/>
                  </a:lnTo>
                  <a:lnTo>
                    <a:pt x="65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7"/>
            <p:cNvSpPr/>
            <p:nvPr/>
          </p:nvSpPr>
          <p:spPr>
            <a:xfrm>
              <a:off x="3114900" y="1814250"/>
              <a:ext cx="256025" cy="21700"/>
            </a:xfrm>
            <a:custGeom>
              <a:avLst/>
              <a:gdLst/>
              <a:ahLst/>
              <a:cxnLst/>
              <a:rect l="l" t="t" r="r" b="b"/>
              <a:pathLst>
                <a:path w="10241" h="868" extrusionOk="0">
                  <a:moveTo>
                    <a:pt x="0" y="0"/>
                  </a:moveTo>
                  <a:lnTo>
                    <a:pt x="0" y="867"/>
                  </a:lnTo>
                  <a:lnTo>
                    <a:pt x="10241" y="867"/>
                  </a:lnTo>
                  <a:lnTo>
                    <a:pt x="102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7"/>
            <p:cNvSpPr/>
            <p:nvPr/>
          </p:nvSpPr>
          <p:spPr>
            <a:xfrm>
              <a:off x="3398425" y="1814250"/>
              <a:ext cx="217675" cy="21700"/>
            </a:xfrm>
            <a:custGeom>
              <a:avLst/>
              <a:gdLst/>
              <a:ahLst/>
              <a:cxnLst/>
              <a:rect l="l" t="t" r="r" b="b"/>
              <a:pathLst>
                <a:path w="8707" h="868" extrusionOk="0">
                  <a:moveTo>
                    <a:pt x="1" y="0"/>
                  </a:moveTo>
                  <a:lnTo>
                    <a:pt x="1" y="867"/>
                  </a:lnTo>
                  <a:lnTo>
                    <a:pt x="8707" y="867"/>
                  </a:lnTo>
                  <a:lnTo>
                    <a:pt x="87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7"/>
            <p:cNvSpPr/>
            <p:nvPr/>
          </p:nvSpPr>
          <p:spPr>
            <a:xfrm>
              <a:off x="2925600" y="1771700"/>
              <a:ext cx="106750" cy="21725"/>
            </a:xfrm>
            <a:custGeom>
              <a:avLst/>
              <a:gdLst/>
              <a:ahLst/>
              <a:cxnLst/>
              <a:rect l="l" t="t" r="r" b="b"/>
              <a:pathLst>
                <a:path w="4270" h="869" extrusionOk="0">
                  <a:moveTo>
                    <a:pt x="0" y="1"/>
                  </a:moveTo>
                  <a:lnTo>
                    <a:pt x="0" y="868"/>
                  </a:lnTo>
                  <a:lnTo>
                    <a:pt x="4270" y="868"/>
                  </a:lnTo>
                  <a:lnTo>
                    <a:pt x="42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7"/>
            <p:cNvSpPr/>
            <p:nvPr/>
          </p:nvSpPr>
          <p:spPr>
            <a:xfrm>
              <a:off x="3059850" y="1771700"/>
              <a:ext cx="200175" cy="21725"/>
            </a:xfrm>
            <a:custGeom>
              <a:avLst/>
              <a:gdLst/>
              <a:ahLst/>
              <a:cxnLst/>
              <a:rect l="l" t="t" r="r" b="b"/>
              <a:pathLst>
                <a:path w="8007" h="869" extrusionOk="0">
                  <a:moveTo>
                    <a:pt x="1" y="1"/>
                  </a:moveTo>
                  <a:lnTo>
                    <a:pt x="1" y="868"/>
                  </a:lnTo>
                  <a:lnTo>
                    <a:pt x="8006" y="868"/>
                  </a:lnTo>
                  <a:lnTo>
                    <a:pt x="80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7"/>
            <p:cNvSpPr/>
            <p:nvPr/>
          </p:nvSpPr>
          <p:spPr>
            <a:xfrm>
              <a:off x="3285850" y="1771700"/>
              <a:ext cx="117600" cy="21725"/>
            </a:xfrm>
            <a:custGeom>
              <a:avLst/>
              <a:gdLst/>
              <a:ahLst/>
              <a:cxnLst/>
              <a:rect l="l" t="t" r="r" b="b"/>
              <a:pathLst>
                <a:path w="4704" h="869" extrusionOk="0">
                  <a:moveTo>
                    <a:pt x="1" y="1"/>
                  </a:moveTo>
                  <a:lnTo>
                    <a:pt x="1" y="868"/>
                  </a:lnTo>
                  <a:lnTo>
                    <a:pt x="4704" y="868"/>
                  </a:lnTo>
                  <a:lnTo>
                    <a:pt x="47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7"/>
            <p:cNvSpPr/>
            <p:nvPr/>
          </p:nvSpPr>
          <p:spPr>
            <a:xfrm>
              <a:off x="3008975" y="1729175"/>
              <a:ext cx="153475" cy="21700"/>
            </a:xfrm>
            <a:custGeom>
              <a:avLst/>
              <a:gdLst/>
              <a:ahLst/>
              <a:cxnLst/>
              <a:rect l="l" t="t" r="r" b="b"/>
              <a:pathLst>
                <a:path w="6139" h="868" extrusionOk="0">
                  <a:moveTo>
                    <a:pt x="1" y="1"/>
                  </a:moveTo>
                  <a:lnTo>
                    <a:pt x="1" y="868"/>
                  </a:lnTo>
                  <a:lnTo>
                    <a:pt x="6139" y="868"/>
                  </a:lnTo>
                  <a:lnTo>
                    <a:pt x="61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7"/>
            <p:cNvSpPr/>
            <p:nvPr/>
          </p:nvSpPr>
          <p:spPr>
            <a:xfrm>
              <a:off x="2925600" y="1654950"/>
              <a:ext cx="355275" cy="21725"/>
            </a:xfrm>
            <a:custGeom>
              <a:avLst/>
              <a:gdLst/>
              <a:ahLst/>
              <a:cxnLst/>
              <a:rect l="l" t="t" r="r" b="b"/>
              <a:pathLst>
                <a:path w="14211" h="869" extrusionOk="0">
                  <a:moveTo>
                    <a:pt x="0" y="1"/>
                  </a:moveTo>
                  <a:lnTo>
                    <a:pt x="0" y="868"/>
                  </a:lnTo>
                  <a:lnTo>
                    <a:pt x="14210" y="868"/>
                  </a:lnTo>
                  <a:lnTo>
                    <a:pt x="142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7"/>
            <p:cNvSpPr/>
            <p:nvPr/>
          </p:nvSpPr>
          <p:spPr>
            <a:xfrm>
              <a:off x="3308375" y="1654950"/>
              <a:ext cx="80075" cy="21725"/>
            </a:xfrm>
            <a:custGeom>
              <a:avLst/>
              <a:gdLst/>
              <a:ahLst/>
              <a:cxnLst/>
              <a:rect l="l" t="t" r="r" b="b"/>
              <a:pathLst>
                <a:path w="3203" h="869" extrusionOk="0">
                  <a:moveTo>
                    <a:pt x="0" y="1"/>
                  </a:moveTo>
                  <a:lnTo>
                    <a:pt x="0" y="868"/>
                  </a:lnTo>
                  <a:lnTo>
                    <a:pt x="3202" y="868"/>
                  </a:lnTo>
                  <a:lnTo>
                    <a:pt x="32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7"/>
            <p:cNvSpPr/>
            <p:nvPr/>
          </p:nvSpPr>
          <p:spPr>
            <a:xfrm>
              <a:off x="2925600" y="1613275"/>
              <a:ext cx="106750" cy="21700"/>
            </a:xfrm>
            <a:custGeom>
              <a:avLst/>
              <a:gdLst/>
              <a:ahLst/>
              <a:cxnLst/>
              <a:rect l="l" t="t" r="r" b="b"/>
              <a:pathLst>
                <a:path w="4270" h="868" extrusionOk="0">
                  <a:moveTo>
                    <a:pt x="0" y="0"/>
                  </a:moveTo>
                  <a:lnTo>
                    <a:pt x="0" y="867"/>
                  </a:lnTo>
                  <a:lnTo>
                    <a:pt x="4270" y="867"/>
                  </a:lnTo>
                  <a:lnTo>
                    <a:pt x="42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7"/>
            <p:cNvSpPr/>
            <p:nvPr/>
          </p:nvSpPr>
          <p:spPr>
            <a:xfrm>
              <a:off x="3059850" y="1613275"/>
              <a:ext cx="421175" cy="21700"/>
            </a:xfrm>
            <a:custGeom>
              <a:avLst/>
              <a:gdLst/>
              <a:ahLst/>
              <a:cxnLst/>
              <a:rect l="l" t="t" r="r" b="b"/>
              <a:pathLst>
                <a:path w="16847" h="868" extrusionOk="0">
                  <a:moveTo>
                    <a:pt x="1" y="0"/>
                  </a:moveTo>
                  <a:lnTo>
                    <a:pt x="1" y="867"/>
                  </a:lnTo>
                  <a:lnTo>
                    <a:pt x="16846" y="867"/>
                  </a:lnTo>
                  <a:lnTo>
                    <a:pt x="168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7"/>
            <p:cNvSpPr/>
            <p:nvPr/>
          </p:nvSpPr>
          <p:spPr>
            <a:xfrm>
              <a:off x="3494325" y="1613275"/>
              <a:ext cx="181000" cy="21700"/>
            </a:xfrm>
            <a:custGeom>
              <a:avLst/>
              <a:gdLst/>
              <a:ahLst/>
              <a:cxnLst/>
              <a:rect l="l" t="t" r="r" b="b"/>
              <a:pathLst>
                <a:path w="7240" h="868" extrusionOk="0">
                  <a:moveTo>
                    <a:pt x="1" y="0"/>
                  </a:moveTo>
                  <a:lnTo>
                    <a:pt x="1" y="867"/>
                  </a:lnTo>
                  <a:lnTo>
                    <a:pt x="7239" y="867"/>
                  </a:lnTo>
                  <a:lnTo>
                    <a:pt x="72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7"/>
            <p:cNvSpPr/>
            <p:nvPr/>
          </p:nvSpPr>
          <p:spPr>
            <a:xfrm>
              <a:off x="2925600" y="1572400"/>
              <a:ext cx="155125" cy="21700"/>
            </a:xfrm>
            <a:custGeom>
              <a:avLst/>
              <a:gdLst/>
              <a:ahLst/>
              <a:cxnLst/>
              <a:rect l="l" t="t" r="r" b="b"/>
              <a:pathLst>
                <a:path w="6205" h="868" extrusionOk="0">
                  <a:moveTo>
                    <a:pt x="0" y="1"/>
                  </a:moveTo>
                  <a:lnTo>
                    <a:pt x="0" y="868"/>
                  </a:lnTo>
                  <a:lnTo>
                    <a:pt x="6205" y="868"/>
                  </a:lnTo>
                  <a:lnTo>
                    <a:pt x="62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7"/>
            <p:cNvSpPr/>
            <p:nvPr/>
          </p:nvSpPr>
          <p:spPr>
            <a:xfrm>
              <a:off x="3109050" y="1572400"/>
              <a:ext cx="65925" cy="21700"/>
            </a:xfrm>
            <a:custGeom>
              <a:avLst/>
              <a:gdLst/>
              <a:ahLst/>
              <a:cxnLst/>
              <a:rect l="l" t="t" r="r" b="b"/>
              <a:pathLst>
                <a:path w="2637" h="868" extrusionOk="0">
                  <a:moveTo>
                    <a:pt x="1" y="1"/>
                  </a:moveTo>
                  <a:lnTo>
                    <a:pt x="1" y="868"/>
                  </a:lnTo>
                  <a:lnTo>
                    <a:pt x="2636" y="868"/>
                  </a:lnTo>
                  <a:lnTo>
                    <a:pt x="2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7"/>
            <p:cNvSpPr/>
            <p:nvPr/>
          </p:nvSpPr>
          <p:spPr>
            <a:xfrm>
              <a:off x="3191625" y="1572400"/>
              <a:ext cx="144275" cy="21700"/>
            </a:xfrm>
            <a:custGeom>
              <a:avLst/>
              <a:gdLst/>
              <a:ahLst/>
              <a:cxnLst/>
              <a:rect l="l" t="t" r="r" b="b"/>
              <a:pathLst>
                <a:path w="5771" h="868" extrusionOk="0">
                  <a:moveTo>
                    <a:pt x="0" y="1"/>
                  </a:moveTo>
                  <a:lnTo>
                    <a:pt x="0" y="868"/>
                  </a:lnTo>
                  <a:lnTo>
                    <a:pt x="5771" y="868"/>
                  </a:lnTo>
                  <a:lnTo>
                    <a:pt x="577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7"/>
            <p:cNvSpPr/>
            <p:nvPr/>
          </p:nvSpPr>
          <p:spPr>
            <a:xfrm>
              <a:off x="2830525" y="1573225"/>
              <a:ext cx="17550" cy="16725"/>
            </a:xfrm>
            <a:custGeom>
              <a:avLst/>
              <a:gdLst/>
              <a:ahLst/>
              <a:cxnLst/>
              <a:rect l="l" t="t" r="r" b="b"/>
              <a:pathLst>
                <a:path w="702" h="669" extrusionOk="0">
                  <a:moveTo>
                    <a:pt x="334" y="1"/>
                  </a:moveTo>
                  <a:cubicBezTo>
                    <a:pt x="167" y="1"/>
                    <a:pt x="1" y="168"/>
                    <a:pt x="1" y="334"/>
                  </a:cubicBezTo>
                  <a:cubicBezTo>
                    <a:pt x="1" y="501"/>
                    <a:pt x="167" y="668"/>
                    <a:pt x="334" y="668"/>
                  </a:cubicBezTo>
                  <a:cubicBezTo>
                    <a:pt x="534" y="668"/>
                    <a:pt x="701" y="501"/>
                    <a:pt x="701" y="334"/>
                  </a:cubicBezTo>
                  <a:cubicBezTo>
                    <a:pt x="701" y="134"/>
                    <a:pt x="568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7"/>
            <p:cNvSpPr/>
            <p:nvPr/>
          </p:nvSpPr>
          <p:spPr>
            <a:xfrm>
              <a:off x="2830525" y="1614925"/>
              <a:ext cx="17550" cy="16700"/>
            </a:xfrm>
            <a:custGeom>
              <a:avLst/>
              <a:gdLst/>
              <a:ahLst/>
              <a:cxnLst/>
              <a:rect l="l" t="t" r="r" b="b"/>
              <a:pathLst>
                <a:path w="702" h="668" extrusionOk="0">
                  <a:moveTo>
                    <a:pt x="334" y="1"/>
                  </a:moveTo>
                  <a:cubicBezTo>
                    <a:pt x="167" y="1"/>
                    <a:pt x="1" y="168"/>
                    <a:pt x="1" y="334"/>
                  </a:cubicBezTo>
                  <a:cubicBezTo>
                    <a:pt x="1" y="501"/>
                    <a:pt x="167" y="668"/>
                    <a:pt x="334" y="668"/>
                  </a:cubicBezTo>
                  <a:cubicBezTo>
                    <a:pt x="534" y="668"/>
                    <a:pt x="701" y="501"/>
                    <a:pt x="701" y="334"/>
                  </a:cubicBezTo>
                  <a:cubicBezTo>
                    <a:pt x="701" y="168"/>
                    <a:pt x="568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7"/>
            <p:cNvSpPr/>
            <p:nvPr/>
          </p:nvSpPr>
          <p:spPr>
            <a:xfrm>
              <a:off x="2830525" y="1657450"/>
              <a:ext cx="17550" cy="17550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334" y="1"/>
                  </a:moveTo>
                  <a:cubicBezTo>
                    <a:pt x="167" y="1"/>
                    <a:pt x="1" y="201"/>
                    <a:pt x="1" y="368"/>
                  </a:cubicBezTo>
                  <a:cubicBezTo>
                    <a:pt x="1" y="535"/>
                    <a:pt x="167" y="701"/>
                    <a:pt x="334" y="701"/>
                  </a:cubicBezTo>
                  <a:cubicBezTo>
                    <a:pt x="534" y="701"/>
                    <a:pt x="701" y="535"/>
                    <a:pt x="701" y="368"/>
                  </a:cubicBezTo>
                  <a:cubicBezTo>
                    <a:pt x="701" y="201"/>
                    <a:pt x="568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7"/>
            <p:cNvSpPr/>
            <p:nvPr/>
          </p:nvSpPr>
          <p:spPr>
            <a:xfrm>
              <a:off x="2830525" y="1731675"/>
              <a:ext cx="17550" cy="16700"/>
            </a:xfrm>
            <a:custGeom>
              <a:avLst/>
              <a:gdLst/>
              <a:ahLst/>
              <a:cxnLst/>
              <a:rect l="l" t="t" r="r" b="b"/>
              <a:pathLst>
                <a:path w="702" h="668" extrusionOk="0">
                  <a:moveTo>
                    <a:pt x="334" y="1"/>
                  </a:moveTo>
                  <a:cubicBezTo>
                    <a:pt x="167" y="1"/>
                    <a:pt x="1" y="168"/>
                    <a:pt x="1" y="334"/>
                  </a:cubicBezTo>
                  <a:cubicBezTo>
                    <a:pt x="1" y="501"/>
                    <a:pt x="167" y="668"/>
                    <a:pt x="334" y="668"/>
                  </a:cubicBezTo>
                  <a:cubicBezTo>
                    <a:pt x="534" y="668"/>
                    <a:pt x="701" y="501"/>
                    <a:pt x="701" y="334"/>
                  </a:cubicBezTo>
                  <a:cubicBezTo>
                    <a:pt x="701" y="134"/>
                    <a:pt x="568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7"/>
            <p:cNvSpPr/>
            <p:nvPr/>
          </p:nvSpPr>
          <p:spPr>
            <a:xfrm>
              <a:off x="2830525" y="1774100"/>
              <a:ext cx="17550" cy="17650"/>
            </a:xfrm>
            <a:custGeom>
              <a:avLst/>
              <a:gdLst/>
              <a:ahLst/>
              <a:cxnLst/>
              <a:rect l="l" t="t" r="r" b="b"/>
              <a:pathLst>
                <a:path w="702" h="706" extrusionOk="0">
                  <a:moveTo>
                    <a:pt x="392" y="1"/>
                  </a:moveTo>
                  <a:cubicBezTo>
                    <a:pt x="374" y="1"/>
                    <a:pt x="354" y="2"/>
                    <a:pt x="334" y="5"/>
                  </a:cubicBezTo>
                  <a:cubicBezTo>
                    <a:pt x="167" y="5"/>
                    <a:pt x="1" y="172"/>
                    <a:pt x="1" y="339"/>
                  </a:cubicBezTo>
                  <a:cubicBezTo>
                    <a:pt x="1" y="539"/>
                    <a:pt x="167" y="705"/>
                    <a:pt x="334" y="705"/>
                  </a:cubicBezTo>
                  <a:cubicBezTo>
                    <a:pt x="534" y="705"/>
                    <a:pt x="701" y="539"/>
                    <a:pt x="701" y="339"/>
                  </a:cubicBezTo>
                  <a:cubicBezTo>
                    <a:pt x="701" y="156"/>
                    <a:pt x="590" y="1"/>
                    <a:pt x="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7"/>
            <p:cNvSpPr/>
            <p:nvPr/>
          </p:nvSpPr>
          <p:spPr>
            <a:xfrm>
              <a:off x="2830525" y="1815900"/>
              <a:ext cx="17550" cy="17550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334" y="1"/>
                  </a:moveTo>
                  <a:cubicBezTo>
                    <a:pt x="167" y="1"/>
                    <a:pt x="1" y="168"/>
                    <a:pt x="1" y="334"/>
                  </a:cubicBezTo>
                  <a:cubicBezTo>
                    <a:pt x="1" y="535"/>
                    <a:pt x="167" y="701"/>
                    <a:pt x="334" y="701"/>
                  </a:cubicBezTo>
                  <a:cubicBezTo>
                    <a:pt x="534" y="701"/>
                    <a:pt x="701" y="535"/>
                    <a:pt x="701" y="334"/>
                  </a:cubicBezTo>
                  <a:cubicBezTo>
                    <a:pt x="701" y="201"/>
                    <a:pt x="568" y="34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" name="Rectangle 1"/>
          <p:cNvSpPr txBox="1">
            <a:spLocks noChangeArrowheads="1"/>
          </p:cNvSpPr>
          <p:nvPr/>
        </p:nvSpPr>
        <p:spPr bwMode="auto">
          <a:xfrm>
            <a:off x="523275" y="1271893"/>
            <a:ext cx="5290045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naheim"/>
              <a:buChar char="●"/>
              <a:defRPr sz="12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sz="12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sz="12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sz="12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Source Code Pro" panose="020B0604020202020204" charset="0"/>
                <a:ea typeface="Source Code Pro" panose="020B0604020202020204" charset="0"/>
              </a:rPr>
              <a:t>Understand encryption logic.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900" dirty="0">
              <a:solidFill>
                <a:schemeClr val="tx1"/>
              </a:solidFill>
              <a:latin typeface="Source Code Pro" panose="020B0604020202020204" charset="0"/>
              <a:ea typeface="Source Code Pro" panose="020B060402020202020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Source Code Pro" panose="020B0604020202020204" charset="0"/>
                <a:ea typeface="Source Code Pro" panose="020B0604020202020204" charset="0"/>
              </a:rPr>
              <a:t>Improve problem-solving skills.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900" dirty="0">
              <a:solidFill>
                <a:schemeClr val="tx1"/>
              </a:solidFill>
              <a:latin typeface="Source Code Pro" panose="020B0604020202020204" charset="0"/>
              <a:ea typeface="Source Code Pro" panose="020B060402020202020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Source Code Pro" panose="020B0604020202020204" charset="0"/>
                <a:ea typeface="Source Code Pro" panose="020B0604020202020204" charset="0"/>
              </a:rPr>
              <a:t>Practice assembly programming.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900" dirty="0">
              <a:solidFill>
                <a:schemeClr val="tx1"/>
              </a:solidFill>
              <a:latin typeface="Source Code Pro" panose="020B0604020202020204" charset="0"/>
              <a:ea typeface="Source Code Pro" panose="020B060402020202020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900" dirty="0"/>
              <a:t>Improves understanding of computer organization.</a:t>
            </a:r>
            <a:endParaRPr lang="en-US" altLang="en-US" sz="1900" dirty="0">
              <a:solidFill>
                <a:schemeClr val="tx1"/>
              </a:solidFill>
              <a:latin typeface="Source Code Pro" panose="020B0604020202020204" charset="0"/>
              <a:ea typeface="Source Code Pro" panose="020B060402020202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31"/>
          <p:cNvGrpSpPr/>
          <p:nvPr/>
        </p:nvGrpSpPr>
        <p:grpSpPr>
          <a:xfrm>
            <a:off x="889704" y="642230"/>
            <a:ext cx="6578100" cy="3438300"/>
            <a:chOff x="772525" y="726625"/>
            <a:chExt cx="6578100" cy="3438300"/>
          </a:xfrm>
        </p:grpSpPr>
        <p:sp>
          <p:nvSpPr>
            <p:cNvPr id="266" name="Google Shape;266;p31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31"/>
          <p:cNvGrpSpPr/>
          <p:nvPr/>
        </p:nvGrpSpPr>
        <p:grpSpPr>
          <a:xfrm>
            <a:off x="5652348" y="3330841"/>
            <a:ext cx="2119748" cy="1127400"/>
            <a:chOff x="4924170" y="3441525"/>
            <a:chExt cx="3447305" cy="1127400"/>
          </a:xfrm>
        </p:grpSpPr>
        <p:sp>
          <p:nvSpPr>
            <p:cNvPr id="269" name="Google Shape;269;p31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6" name="Google Shape;276;p31"/>
          <p:cNvSpPr txBox="1"/>
          <p:nvPr/>
        </p:nvSpPr>
        <p:spPr>
          <a:xfrm>
            <a:off x="585412" y="154538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$</a:t>
            </a:r>
            <a:endParaRPr sz="3600" dirty="0">
              <a:solidFill>
                <a:schemeClr val="lt2"/>
              </a:solidFill>
            </a:endParaRPr>
          </a:p>
        </p:txBody>
      </p:sp>
      <p:sp>
        <p:nvSpPr>
          <p:cNvPr id="277" name="Google Shape;277;p31"/>
          <p:cNvSpPr txBox="1"/>
          <p:nvPr/>
        </p:nvSpPr>
        <p:spPr>
          <a:xfrm>
            <a:off x="5361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Pitch Deck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8" name="Google Shape;278;p31"/>
          <p:cNvSpPr txBox="1"/>
          <p:nvPr/>
        </p:nvSpPr>
        <p:spPr>
          <a:xfrm>
            <a:off x="3730325" y="117311"/>
            <a:ext cx="19995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20xx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5878077" y="3789058"/>
            <a:ext cx="1668285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latin typeface="Quantico" panose="020B0604020202020204" charset="0"/>
              </a:rPr>
              <a:t>SYSCALL</a:t>
            </a:r>
            <a:endParaRPr sz="2000" dirty="0">
              <a:solidFill>
                <a:schemeClr val="tx2"/>
              </a:solidFill>
              <a:latin typeface="Quantico" panose="020B0604020202020204" charset="0"/>
            </a:endParaRPr>
          </a:p>
        </p:txBody>
      </p:sp>
      <p:sp>
        <p:nvSpPr>
          <p:cNvPr id="17" name="Google Shape;549;p46"/>
          <p:cNvSpPr txBox="1">
            <a:spLocks/>
          </p:cNvSpPr>
          <p:nvPr/>
        </p:nvSpPr>
        <p:spPr>
          <a:xfrm>
            <a:off x="1703442" y="1752485"/>
            <a:ext cx="32946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ntico"/>
              <a:buNone/>
              <a:defRPr sz="4800" b="0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ntico"/>
              <a:buNone/>
              <a:defRPr sz="36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ntico"/>
              <a:buNone/>
              <a:defRPr sz="36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ntico"/>
              <a:buNone/>
              <a:defRPr sz="36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ntico"/>
              <a:buNone/>
              <a:defRPr sz="36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ntico"/>
              <a:buNone/>
              <a:defRPr sz="36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ntico"/>
              <a:buNone/>
              <a:defRPr sz="36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ntico"/>
              <a:buNone/>
              <a:defRPr sz="36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Quantico"/>
              <a:buNone/>
              <a:defRPr sz="3600" b="1" i="0" u="none" strike="noStrike" cap="none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r>
              <a:rPr lang="en-US" sz="7000" dirty="0"/>
              <a:t>Thanks!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 Operating System Design Pitch Deck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276</Words>
  <Application>Microsoft Office PowerPoint</Application>
  <PresentationFormat>On-screen Show (16:9)</PresentationFormat>
  <Paragraphs>77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Nunito Light</vt:lpstr>
      <vt:lpstr>Quantico</vt:lpstr>
      <vt:lpstr>Source Code Pro</vt:lpstr>
      <vt:lpstr>Anaheim</vt:lpstr>
      <vt:lpstr>New Operating System Design Pitch Deck by Slidesgo</vt:lpstr>
      <vt:lpstr>Rail Fence Cipher Utility </vt:lpstr>
      <vt:lpstr>$ What is This Project?</vt:lpstr>
      <vt:lpstr>$ What is the purpose of the project?</vt:lpstr>
      <vt:lpstr>$ System &amp; Tools</vt:lpstr>
      <vt:lpstr>$ How Does the Program works?</vt:lpstr>
      <vt:lpstr>$ Example</vt:lpstr>
      <vt:lpstr>$ Program Behavior</vt:lpstr>
      <vt:lpstr>$ challenges</vt:lpstr>
      <vt:lpstr>$ limitation of rail fence</vt:lpstr>
      <vt:lpstr>$ Learning Outcomes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 fence</dc:title>
  <dc:creator>DELL</dc:creator>
  <cp:lastModifiedBy>DELL</cp:lastModifiedBy>
  <cp:revision>18</cp:revision>
  <dcterms:modified xsi:type="dcterms:W3CDTF">2025-12-26T22:02:47Z</dcterms:modified>
</cp:coreProperties>
</file>